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36" r:id="rId4"/>
    <p:sldMasterId id="2147483737" r:id="rId5"/>
    <p:sldMasterId id="2147483738" r:id="rId6"/>
    <p:sldMasterId id="2147483739"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Lst>
  <p:sldSz cy="5143500" cx="9144000"/>
  <p:notesSz cx="6858000" cy="9144000"/>
  <p:embeddedFontLst>
    <p:embeddedFont>
      <p:font typeface="Roboto"/>
      <p:regular r:id="rId49"/>
      <p:bold r:id="rId50"/>
      <p:italic r:id="rId51"/>
      <p:boldItalic r:id="rId52"/>
    </p:embeddedFont>
    <p:embeddedFont>
      <p:font typeface="Montserrat"/>
      <p:regular r:id="rId53"/>
      <p:bold r:id="rId54"/>
      <p:italic r:id="rId55"/>
      <p:boldItalic r:id="rId56"/>
    </p:embeddedFont>
    <p:embeddedFont>
      <p:font typeface="Fjalla One"/>
      <p:regular r:id="rId57"/>
    </p:embeddedFont>
    <p:embeddedFont>
      <p:font typeface="Google Sans"/>
      <p:regular r:id="rId58"/>
      <p:bold r:id="rId59"/>
      <p:italic r:id="rId60"/>
      <p:boldItalic r:id="rId61"/>
    </p:embeddedFont>
    <p:embeddedFont>
      <p:font typeface="Optimistic Display Light"/>
      <p:regular r:id="rId62"/>
    </p:embeddedFont>
    <p:embeddedFont>
      <p:font typeface="Helvetica Neue"/>
      <p:regular r:id="rId63"/>
      <p:bold r:id="rId64"/>
      <p:italic r:id="rId65"/>
      <p:boldItalic r:id="rId66"/>
    </p:embeddedFont>
    <p:embeddedFont>
      <p:font typeface="Helvetica Neue Light"/>
      <p:regular r:id="rId67"/>
      <p:bold r:id="rId68"/>
      <p:italic r:id="rId69"/>
      <p:boldItalic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584">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84"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font" Target="fonts/Roboto-regular.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70" Type="http://schemas.openxmlformats.org/officeDocument/2006/relationships/font" Target="fonts/HelveticaNeueLight-boldItalic.fntdata"/><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font" Target="fonts/OptimisticDisplayLight-regular.fntdata"/><Relationship Id="rId61" Type="http://schemas.openxmlformats.org/officeDocument/2006/relationships/font" Target="fonts/GoogleSans-boldItalic.fntdata"/><Relationship Id="rId20" Type="http://schemas.openxmlformats.org/officeDocument/2006/relationships/slide" Target="slides/slide12.xml"/><Relationship Id="rId64" Type="http://schemas.openxmlformats.org/officeDocument/2006/relationships/font" Target="fonts/HelveticaNeue-bold.fntdata"/><Relationship Id="rId63" Type="http://schemas.openxmlformats.org/officeDocument/2006/relationships/font" Target="fonts/HelveticaNeue-regular.fntdata"/><Relationship Id="rId22" Type="http://schemas.openxmlformats.org/officeDocument/2006/relationships/slide" Target="slides/slide14.xml"/><Relationship Id="rId66" Type="http://schemas.openxmlformats.org/officeDocument/2006/relationships/font" Target="fonts/HelveticaNeue-boldItalic.fntdata"/><Relationship Id="rId21" Type="http://schemas.openxmlformats.org/officeDocument/2006/relationships/slide" Target="slides/slide13.xml"/><Relationship Id="rId65" Type="http://schemas.openxmlformats.org/officeDocument/2006/relationships/font" Target="fonts/HelveticaNeue-italic.fntdata"/><Relationship Id="rId24" Type="http://schemas.openxmlformats.org/officeDocument/2006/relationships/slide" Target="slides/slide16.xml"/><Relationship Id="rId68" Type="http://schemas.openxmlformats.org/officeDocument/2006/relationships/font" Target="fonts/HelveticaNeueLight-bold.fntdata"/><Relationship Id="rId23" Type="http://schemas.openxmlformats.org/officeDocument/2006/relationships/slide" Target="slides/slide15.xml"/><Relationship Id="rId67" Type="http://schemas.openxmlformats.org/officeDocument/2006/relationships/font" Target="fonts/HelveticaNeueLight-regular.fntdata"/><Relationship Id="rId60" Type="http://schemas.openxmlformats.org/officeDocument/2006/relationships/font" Target="fonts/GoogleSans-italic.fntdata"/><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font" Target="fonts/HelveticaNeueLight-italic.fntdata"/><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Roboto-italic.fntdata"/><Relationship Id="rId50" Type="http://schemas.openxmlformats.org/officeDocument/2006/relationships/font" Target="fonts/Roboto-bold.fntdata"/><Relationship Id="rId53" Type="http://schemas.openxmlformats.org/officeDocument/2006/relationships/font" Target="fonts/Montserrat-regular.fntdata"/><Relationship Id="rId52" Type="http://schemas.openxmlformats.org/officeDocument/2006/relationships/font" Target="fonts/Roboto-boldItalic.fntdata"/><Relationship Id="rId11" Type="http://schemas.openxmlformats.org/officeDocument/2006/relationships/slide" Target="slides/slide3.xml"/><Relationship Id="rId55" Type="http://schemas.openxmlformats.org/officeDocument/2006/relationships/font" Target="fonts/Montserrat-italic.fntdata"/><Relationship Id="rId10" Type="http://schemas.openxmlformats.org/officeDocument/2006/relationships/slide" Target="slides/slide2.xml"/><Relationship Id="rId54" Type="http://schemas.openxmlformats.org/officeDocument/2006/relationships/font" Target="fonts/Montserrat-bold.fntdata"/><Relationship Id="rId13" Type="http://schemas.openxmlformats.org/officeDocument/2006/relationships/slide" Target="slides/slide5.xml"/><Relationship Id="rId57" Type="http://schemas.openxmlformats.org/officeDocument/2006/relationships/font" Target="fonts/FjallaOne-regular.fntdata"/><Relationship Id="rId12" Type="http://schemas.openxmlformats.org/officeDocument/2006/relationships/slide" Target="slides/slide4.xml"/><Relationship Id="rId56" Type="http://schemas.openxmlformats.org/officeDocument/2006/relationships/font" Target="fonts/Montserrat-boldItalic.fntdata"/><Relationship Id="rId15" Type="http://schemas.openxmlformats.org/officeDocument/2006/relationships/slide" Target="slides/slide7.xml"/><Relationship Id="rId59" Type="http://schemas.openxmlformats.org/officeDocument/2006/relationships/font" Target="fonts/GoogleSans-bold.fntdata"/><Relationship Id="rId14" Type="http://schemas.openxmlformats.org/officeDocument/2006/relationships/slide" Target="slides/slide6.xml"/><Relationship Id="rId58" Type="http://schemas.openxmlformats.org/officeDocument/2006/relationships/font" Target="fonts/GoogleSans-regular.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1d2f76671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1d2f76671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59aebb460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59aebb460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9be7b351a2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9be7b351a2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9be7b351a2_0_9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9be7b351a2_0_9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9be7b351a2_0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9be7b351a2_0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6fb45ab928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6fb45ab928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dd9807d502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dd9807d502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9be7b351a2_0_9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9be7b351a2_0_9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dd9807d502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dd9807d502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df919f5e22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df919f5e22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dd9807d502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dd9807d502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df919f5e22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df919f5e22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dd9807d502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3dd9807d502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df919f5e22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df919f5e22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c7e9ac38fa_0_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c7e9ac38fa_0_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df919f5e22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3df919f5e22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dd9807d502_1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dd9807d502_1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df919f5e22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3df919f5e22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dd9807d502_1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3dd9807d502_1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df919f5e22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df919f5e22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9ab92882c0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39ab92882c0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9ab92882c0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9ab92882c0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e128709c9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3e128709c9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e128709c9b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3e128709c9b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3dd9807d502_1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3dd9807d502_1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df919f5e22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3df919f5e22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df919f5e2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3df919f5e2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df919f5e22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3df919f5e22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a08ad39afe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3a08ad39afe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3c7e9ac38f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2" name="Google Shape;672;g3c7e9ac38f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3c7e9ac38f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8" name="Google Shape;678;g3c7e9ac38f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3c7e9ac38f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g3c7e9ac38f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c7e9ac38fa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6" name="Google Shape;696;g3c7e9ac38f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3c7e9ac38fa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5" name="Google Shape;705;g3c7e9ac38fa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edbf9dee2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3edbf9dee2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edbf9dee29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3edbf9dee29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3edbf9dee29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7" name="Google Shape;727;g3edbf9dee29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3edbf9dee29_1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4" name="Google Shape;734;g3edbf9dee29_1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3edbf9dee29_1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3edbf9dee29_1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1d2f76671d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31d2f76671d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ream w/ Header">
  <p:cSld name="TITLE_1_18_1_1_1_1_1_2_1_9_2_1_1">
    <p:bg>
      <p:bgPr>
        <a:solidFill>
          <a:schemeClr val="dk2"/>
        </a:solidFill>
      </p:bgPr>
    </p:bg>
    <p:spTree>
      <p:nvGrpSpPr>
        <p:cNvPr id="7" name="Shape 7"/>
        <p:cNvGrpSpPr/>
        <p:nvPr/>
      </p:nvGrpSpPr>
      <p:grpSpPr>
        <a:xfrm>
          <a:off x="0" y="0"/>
          <a:ext cx="0" cy="0"/>
          <a:chOff x="0" y="0"/>
          <a:chExt cx="0" cy="0"/>
        </a:xfrm>
      </p:grpSpPr>
      <p:grpSp>
        <p:nvGrpSpPr>
          <p:cNvPr id="8" name="Google Shape;8;p2"/>
          <p:cNvGrpSpPr/>
          <p:nvPr/>
        </p:nvGrpSpPr>
        <p:grpSpPr>
          <a:xfrm>
            <a:off x="279445" y="225271"/>
            <a:ext cx="8574994" cy="346800"/>
            <a:chOff x="279445" y="228475"/>
            <a:chExt cx="8574994" cy="346800"/>
          </a:xfrm>
        </p:grpSpPr>
        <p:sp>
          <p:nvSpPr>
            <p:cNvPr id="9" name="Google Shape;9;p2"/>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A49E96"/>
                  </a:solidFill>
                  <a:latin typeface="Helvetica Neue"/>
                  <a:ea typeface="Helvetica Neue"/>
                  <a:cs typeface="Helvetica Neue"/>
                  <a:sym typeface="Helvetica Neue"/>
                </a:rPr>
                <a:t>Platforms.</a:t>
              </a:r>
              <a:r>
                <a:rPr lang="en" sz="500">
                  <a:solidFill>
                    <a:srgbClr val="A49E96"/>
                  </a:solidFill>
                  <a:latin typeface="Helvetica Neue"/>
                  <a:ea typeface="Helvetica Neue"/>
                  <a:cs typeface="Helvetica Neue"/>
                  <a:sym typeface="Helvetica Neue"/>
                </a:rPr>
                <a:t>Monks | Proprietary &amp; Confidential</a:t>
              </a:r>
              <a:endParaRPr sz="500">
                <a:solidFill>
                  <a:srgbClr val="A49E9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A49E96"/>
                </a:solidFill>
                <a:latin typeface="Helvetica Neue"/>
                <a:ea typeface="Helvetica Neue"/>
                <a:cs typeface="Helvetica Neue"/>
                <a:sym typeface="Helvetica Neue"/>
              </a:endParaRPr>
            </a:p>
          </p:txBody>
        </p:sp>
        <p:sp>
          <p:nvSpPr>
            <p:cNvPr id="10" name="Google Shape;10;p2"/>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A49E96"/>
                  </a:solidFill>
                  <a:latin typeface="Helvetica Neue"/>
                  <a:ea typeface="Helvetica Neue"/>
                  <a:cs typeface="Helvetica Neue"/>
                  <a:sym typeface="Helvetica Neue"/>
                </a:rPr>
                <a:t>‹#›</a:t>
              </a:fld>
              <a:endParaRPr sz="500">
                <a:solidFill>
                  <a:srgbClr val="A49E9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A49E9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A49E96"/>
                </a:solidFill>
                <a:latin typeface="Helvetica Neue"/>
                <a:ea typeface="Helvetica Neue"/>
                <a:cs typeface="Helvetica Neue"/>
                <a:sym typeface="Helvetica Neue"/>
              </a:endParaRPr>
            </a:p>
          </p:txBody>
        </p:sp>
        <p:sp>
          <p:nvSpPr>
            <p:cNvPr id="11" name="Google Shape;11;p2"/>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A49E96"/>
                  </a:solidFill>
                  <a:latin typeface="Helvetica Neue"/>
                  <a:ea typeface="Helvetica Neue"/>
                  <a:cs typeface="Helvetica Neue"/>
                  <a:sym typeface="Helvetica Neue"/>
                </a:rPr>
                <a:t>Amazon</a:t>
              </a:r>
              <a:endParaRPr sz="500">
                <a:solidFill>
                  <a:srgbClr val="A49E96"/>
                </a:solidFill>
                <a:latin typeface="Helvetica Neue"/>
                <a:ea typeface="Helvetica Neue"/>
                <a:cs typeface="Helvetica Neue"/>
                <a:sym typeface="Helvetica Neue"/>
              </a:endParaRPr>
            </a:p>
          </p:txBody>
        </p:sp>
        <p:sp>
          <p:nvSpPr>
            <p:cNvPr id="12" name="Google Shape;12;p2"/>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A49E96"/>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ream">
  <p:cSld name="TITLE_1_18_1_1_1_1_1_2_1_9_2_1_1_2">
    <p:bg>
      <p:bgPr>
        <a:solidFill>
          <a:schemeClr val="dk2"/>
        </a:solidFill>
      </p:bgPr>
    </p:bg>
    <p:spTree>
      <p:nvGrpSpPr>
        <p:cNvPr id="13" name="Shape 13"/>
        <p:cNvGrpSpPr/>
        <p:nvPr/>
      </p:nvGrpSpPr>
      <p:grpSpPr>
        <a:xfrm>
          <a:off x="0" y="0"/>
          <a:ext cx="0" cy="0"/>
          <a:chOff x="0" y="0"/>
          <a:chExt cx="0" cy="0"/>
        </a:xfrm>
      </p:grpSpPr>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ream &amp; White">
  <p:cSld name="TITLE_1_18_1_1_1_1_1_2_1_9_2_1_1_2_1">
    <p:bg>
      <p:bgPr>
        <a:solidFill>
          <a:schemeClr val="dk2"/>
        </a:solidFill>
      </p:bgPr>
    </p:bg>
    <p:spTree>
      <p:nvGrpSpPr>
        <p:cNvPr id="14" name="Shape 14"/>
        <p:cNvGrpSpPr/>
        <p:nvPr/>
      </p:nvGrpSpPr>
      <p:grpSpPr>
        <a:xfrm>
          <a:off x="0" y="0"/>
          <a:ext cx="0" cy="0"/>
          <a:chOff x="0" y="0"/>
          <a:chExt cx="0" cy="0"/>
        </a:xfrm>
      </p:grpSpPr>
      <p:sp>
        <p:nvSpPr>
          <p:cNvPr id="15" name="Google Shape;15;p4"/>
          <p:cNvSpPr/>
          <p:nvPr/>
        </p:nvSpPr>
        <p:spPr>
          <a:xfrm>
            <a:off x="4571986" y="250"/>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 name="Google Shape;16;p4"/>
          <p:cNvGrpSpPr/>
          <p:nvPr/>
        </p:nvGrpSpPr>
        <p:grpSpPr>
          <a:xfrm>
            <a:off x="279445" y="225271"/>
            <a:ext cx="8574994" cy="346800"/>
            <a:chOff x="279445" y="228475"/>
            <a:chExt cx="8574994" cy="346800"/>
          </a:xfrm>
        </p:grpSpPr>
        <p:sp>
          <p:nvSpPr>
            <p:cNvPr id="17" name="Google Shape;17;p4"/>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A49E96"/>
                  </a:solidFill>
                  <a:latin typeface="Helvetica Neue"/>
                  <a:ea typeface="Helvetica Neue"/>
                  <a:cs typeface="Helvetica Neue"/>
                  <a:sym typeface="Helvetica Neue"/>
                </a:rPr>
                <a:t>Platforms</a:t>
              </a:r>
              <a:r>
                <a:rPr lang="en" sz="500">
                  <a:solidFill>
                    <a:srgbClr val="A49E96"/>
                  </a:solidFill>
                  <a:latin typeface="Helvetica Neue"/>
                  <a:ea typeface="Helvetica Neue"/>
                  <a:cs typeface="Helvetica Neue"/>
                  <a:sym typeface="Helvetica Neue"/>
                </a:rPr>
                <a:t>.Monks | Proprietary &amp; Confidential</a:t>
              </a:r>
              <a:endParaRPr sz="500">
                <a:solidFill>
                  <a:srgbClr val="A49E9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A49E96"/>
                </a:solidFill>
                <a:latin typeface="Helvetica Neue"/>
                <a:ea typeface="Helvetica Neue"/>
                <a:cs typeface="Helvetica Neue"/>
                <a:sym typeface="Helvetica Neue"/>
              </a:endParaRPr>
            </a:p>
          </p:txBody>
        </p:sp>
        <p:sp>
          <p:nvSpPr>
            <p:cNvPr id="18" name="Google Shape;18;p4"/>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A49E96"/>
                  </a:solidFill>
                  <a:latin typeface="Helvetica Neue"/>
                  <a:ea typeface="Helvetica Neue"/>
                  <a:cs typeface="Helvetica Neue"/>
                  <a:sym typeface="Helvetica Neue"/>
                </a:rPr>
                <a:t>‹#›</a:t>
              </a:fld>
              <a:endParaRPr sz="500">
                <a:solidFill>
                  <a:srgbClr val="A49E9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A49E9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A49E96"/>
                </a:solidFill>
                <a:latin typeface="Helvetica Neue"/>
                <a:ea typeface="Helvetica Neue"/>
                <a:cs typeface="Helvetica Neue"/>
                <a:sym typeface="Helvetica Neue"/>
              </a:endParaRPr>
            </a:p>
          </p:txBody>
        </p:sp>
        <p:sp>
          <p:nvSpPr>
            <p:cNvPr id="19" name="Google Shape;19;p4"/>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A49E96"/>
                  </a:solidFill>
                  <a:latin typeface="Helvetica Neue"/>
                  <a:ea typeface="Helvetica Neue"/>
                  <a:cs typeface="Helvetica Neue"/>
                  <a:sym typeface="Helvetica Neue"/>
                </a:rPr>
                <a:t>Amazon</a:t>
              </a:r>
              <a:endParaRPr sz="500">
                <a:solidFill>
                  <a:srgbClr val="A49E96"/>
                </a:solidFill>
                <a:latin typeface="Helvetica Neue"/>
                <a:ea typeface="Helvetica Neue"/>
                <a:cs typeface="Helvetica Neue"/>
                <a:sym typeface="Helvetica Neue"/>
              </a:endParaRPr>
            </a:p>
          </p:txBody>
        </p:sp>
        <p:sp>
          <p:nvSpPr>
            <p:cNvPr id="20" name="Google Shape;20;p4"/>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A49E96"/>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ck &amp; Gray">
  <p:cSld name="TITLE_1_18_1_1_1_1_1_2_1_9_2_1_1_2_1_1">
    <p:bg>
      <p:bgPr>
        <a:solidFill>
          <a:schemeClr val="dk1"/>
        </a:solidFill>
      </p:bgPr>
    </p:bg>
    <p:spTree>
      <p:nvGrpSpPr>
        <p:cNvPr id="21" name="Shape 21"/>
        <p:cNvGrpSpPr/>
        <p:nvPr/>
      </p:nvGrpSpPr>
      <p:grpSpPr>
        <a:xfrm>
          <a:off x="0" y="0"/>
          <a:ext cx="0" cy="0"/>
          <a:chOff x="0" y="0"/>
          <a:chExt cx="0" cy="0"/>
        </a:xfrm>
      </p:grpSpPr>
      <p:sp>
        <p:nvSpPr>
          <p:cNvPr id="22" name="Google Shape;22;p5"/>
          <p:cNvSpPr/>
          <p:nvPr/>
        </p:nvSpPr>
        <p:spPr>
          <a:xfrm>
            <a:off x="4571986" y="250"/>
            <a:ext cx="4572000" cy="5143500"/>
          </a:xfrm>
          <a:prstGeom prst="rect">
            <a:avLst/>
          </a:prstGeom>
          <a:solidFill>
            <a:srgbClr val="1E26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 name="Google Shape;23;p5"/>
          <p:cNvGrpSpPr/>
          <p:nvPr/>
        </p:nvGrpSpPr>
        <p:grpSpPr>
          <a:xfrm>
            <a:off x="279445" y="225271"/>
            <a:ext cx="8574994" cy="346800"/>
            <a:chOff x="279445" y="228475"/>
            <a:chExt cx="8574994" cy="346800"/>
          </a:xfrm>
        </p:grpSpPr>
        <p:sp>
          <p:nvSpPr>
            <p:cNvPr id="24" name="Google Shape;24;p5"/>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666666"/>
                  </a:solidFill>
                  <a:latin typeface="Helvetica Neue"/>
                  <a:ea typeface="Helvetica Neue"/>
                  <a:cs typeface="Helvetica Neue"/>
                  <a:sym typeface="Helvetica Neue"/>
                </a:rPr>
                <a:t>Platforms.</a:t>
              </a:r>
              <a:r>
                <a:rPr lang="en" sz="500">
                  <a:solidFill>
                    <a:srgbClr val="666666"/>
                  </a:solidFill>
                  <a:latin typeface="Helvetica Neue"/>
                  <a:ea typeface="Helvetica Neue"/>
                  <a:cs typeface="Helvetica Neue"/>
                  <a:sym typeface="Helvetica Neue"/>
                </a:rPr>
                <a:t>Monks | Proprietary &amp; Confidential</a:t>
              </a:r>
              <a:endParaRPr sz="500">
                <a:solidFill>
                  <a:srgbClr val="66666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666666"/>
                </a:solidFill>
                <a:latin typeface="Helvetica Neue"/>
                <a:ea typeface="Helvetica Neue"/>
                <a:cs typeface="Helvetica Neue"/>
                <a:sym typeface="Helvetica Neue"/>
              </a:endParaRPr>
            </a:p>
          </p:txBody>
        </p:sp>
        <p:sp>
          <p:nvSpPr>
            <p:cNvPr id="25" name="Google Shape;25;p5"/>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666666"/>
                  </a:solidFill>
                  <a:latin typeface="Helvetica Neue"/>
                  <a:ea typeface="Helvetica Neue"/>
                  <a:cs typeface="Helvetica Neue"/>
                  <a:sym typeface="Helvetica Neue"/>
                </a:rPr>
                <a:t>‹#›</a:t>
              </a:fld>
              <a:endParaRPr sz="500">
                <a:solidFill>
                  <a:srgbClr val="66666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66666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666666"/>
                </a:solidFill>
                <a:latin typeface="Helvetica Neue"/>
                <a:ea typeface="Helvetica Neue"/>
                <a:cs typeface="Helvetica Neue"/>
                <a:sym typeface="Helvetica Neue"/>
              </a:endParaRPr>
            </a:p>
          </p:txBody>
        </p:sp>
        <p:sp>
          <p:nvSpPr>
            <p:cNvPr id="26" name="Google Shape;26;p5"/>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666666"/>
                  </a:solidFill>
                  <a:latin typeface="Helvetica Neue"/>
                  <a:ea typeface="Helvetica Neue"/>
                  <a:cs typeface="Helvetica Neue"/>
                  <a:sym typeface="Helvetica Neue"/>
                </a:rPr>
                <a:t>Amazon</a:t>
              </a:r>
              <a:endParaRPr sz="500">
                <a:solidFill>
                  <a:srgbClr val="666666"/>
                </a:solidFill>
                <a:latin typeface="Helvetica Neue"/>
                <a:ea typeface="Helvetica Neue"/>
                <a:cs typeface="Helvetica Neue"/>
                <a:sym typeface="Helvetica Neue"/>
              </a:endParaRPr>
            </a:p>
          </p:txBody>
        </p:sp>
        <p:sp>
          <p:nvSpPr>
            <p:cNvPr id="27" name="Google Shape;27;p5"/>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666666"/>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ck &amp; Gray 3/4">
  <p:cSld name="TITLE_1_18_1_1_1_1_1_2_1_9_2_1_1_2_1_1_1">
    <p:bg>
      <p:bgPr>
        <a:solidFill>
          <a:schemeClr val="dk1"/>
        </a:solidFill>
      </p:bgPr>
    </p:bg>
    <p:spTree>
      <p:nvGrpSpPr>
        <p:cNvPr id="28" name="Shape 28"/>
        <p:cNvGrpSpPr/>
        <p:nvPr/>
      </p:nvGrpSpPr>
      <p:grpSpPr>
        <a:xfrm>
          <a:off x="0" y="0"/>
          <a:ext cx="0" cy="0"/>
          <a:chOff x="0" y="0"/>
          <a:chExt cx="0" cy="0"/>
        </a:xfrm>
      </p:grpSpPr>
      <p:sp>
        <p:nvSpPr>
          <p:cNvPr id="29" name="Google Shape;29;p6"/>
          <p:cNvSpPr/>
          <p:nvPr/>
        </p:nvSpPr>
        <p:spPr>
          <a:xfrm>
            <a:off x="3877175" y="250"/>
            <a:ext cx="5266800" cy="5143500"/>
          </a:xfrm>
          <a:prstGeom prst="rect">
            <a:avLst/>
          </a:prstGeom>
          <a:solidFill>
            <a:srgbClr val="1E26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 name="Google Shape;30;p6"/>
          <p:cNvGrpSpPr/>
          <p:nvPr/>
        </p:nvGrpSpPr>
        <p:grpSpPr>
          <a:xfrm>
            <a:off x="279445" y="225271"/>
            <a:ext cx="8574994" cy="346800"/>
            <a:chOff x="279445" y="228475"/>
            <a:chExt cx="8574994" cy="346800"/>
          </a:xfrm>
        </p:grpSpPr>
        <p:sp>
          <p:nvSpPr>
            <p:cNvPr id="31" name="Google Shape;31;p6"/>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666666"/>
                  </a:solidFill>
                  <a:latin typeface="Helvetica Neue"/>
                  <a:ea typeface="Helvetica Neue"/>
                  <a:cs typeface="Helvetica Neue"/>
                  <a:sym typeface="Helvetica Neue"/>
                </a:rPr>
                <a:t>Platforms</a:t>
              </a:r>
              <a:r>
                <a:rPr lang="en" sz="500">
                  <a:solidFill>
                    <a:srgbClr val="666666"/>
                  </a:solidFill>
                  <a:latin typeface="Helvetica Neue"/>
                  <a:ea typeface="Helvetica Neue"/>
                  <a:cs typeface="Helvetica Neue"/>
                  <a:sym typeface="Helvetica Neue"/>
                </a:rPr>
                <a:t>.Monks | Proprietary &amp; Confidential</a:t>
              </a:r>
              <a:endParaRPr sz="500">
                <a:solidFill>
                  <a:srgbClr val="66666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666666"/>
                </a:solidFill>
                <a:latin typeface="Helvetica Neue"/>
                <a:ea typeface="Helvetica Neue"/>
                <a:cs typeface="Helvetica Neue"/>
                <a:sym typeface="Helvetica Neue"/>
              </a:endParaRPr>
            </a:p>
          </p:txBody>
        </p:sp>
        <p:sp>
          <p:nvSpPr>
            <p:cNvPr id="32" name="Google Shape;32;p6"/>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666666"/>
                  </a:solidFill>
                  <a:latin typeface="Helvetica Neue"/>
                  <a:ea typeface="Helvetica Neue"/>
                  <a:cs typeface="Helvetica Neue"/>
                  <a:sym typeface="Helvetica Neue"/>
                </a:rPr>
                <a:t>‹#›</a:t>
              </a:fld>
              <a:endParaRPr sz="500">
                <a:solidFill>
                  <a:srgbClr val="66666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66666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666666"/>
                </a:solidFill>
                <a:latin typeface="Helvetica Neue"/>
                <a:ea typeface="Helvetica Neue"/>
                <a:cs typeface="Helvetica Neue"/>
                <a:sym typeface="Helvetica Neue"/>
              </a:endParaRPr>
            </a:p>
          </p:txBody>
        </p:sp>
        <p:sp>
          <p:nvSpPr>
            <p:cNvPr id="33" name="Google Shape;33;p6"/>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666666"/>
                  </a:solidFill>
                  <a:latin typeface="Helvetica Neue"/>
                  <a:ea typeface="Helvetica Neue"/>
                  <a:cs typeface="Helvetica Neue"/>
                  <a:sym typeface="Helvetica Neue"/>
                </a:rPr>
                <a:t>Amazon</a:t>
              </a:r>
              <a:endParaRPr sz="500">
                <a:solidFill>
                  <a:srgbClr val="666666"/>
                </a:solidFill>
                <a:latin typeface="Helvetica Neue"/>
                <a:ea typeface="Helvetica Neue"/>
                <a:cs typeface="Helvetica Neue"/>
                <a:sym typeface="Helvetica Neue"/>
              </a:endParaRPr>
            </a:p>
          </p:txBody>
        </p:sp>
        <p:sp>
          <p:nvSpPr>
            <p:cNvPr id="34" name="Google Shape;34;p6"/>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666666"/>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ck w/ Header">
  <p:cSld name="TITLE_1_18_1_1_1_1_1_2_1_9_2_1_1_1">
    <p:bg>
      <p:bgPr>
        <a:solidFill>
          <a:schemeClr val="dk1"/>
        </a:solidFill>
      </p:bgPr>
    </p:bg>
    <p:spTree>
      <p:nvGrpSpPr>
        <p:cNvPr id="35" name="Shape 35"/>
        <p:cNvGrpSpPr/>
        <p:nvPr/>
      </p:nvGrpSpPr>
      <p:grpSpPr>
        <a:xfrm>
          <a:off x="0" y="0"/>
          <a:ext cx="0" cy="0"/>
          <a:chOff x="0" y="0"/>
          <a:chExt cx="0" cy="0"/>
        </a:xfrm>
      </p:grpSpPr>
      <p:grpSp>
        <p:nvGrpSpPr>
          <p:cNvPr id="36" name="Google Shape;36;p7"/>
          <p:cNvGrpSpPr/>
          <p:nvPr/>
        </p:nvGrpSpPr>
        <p:grpSpPr>
          <a:xfrm>
            <a:off x="279445" y="225271"/>
            <a:ext cx="8574994" cy="346800"/>
            <a:chOff x="279445" y="228475"/>
            <a:chExt cx="8574994" cy="346800"/>
          </a:xfrm>
        </p:grpSpPr>
        <p:sp>
          <p:nvSpPr>
            <p:cNvPr id="37" name="Google Shape;37;p7"/>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666666"/>
                  </a:solidFill>
                  <a:latin typeface="Helvetica Neue"/>
                  <a:ea typeface="Helvetica Neue"/>
                  <a:cs typeface="Helvetica Neue"/>
                  <a:sym typeface="Helvetica Neue"/>
                </a:rPr>
                <a:t>Platforms</a:t>
              </a:r>
              <a:r>
                <a:rPr lang="en" sz="500">
                  <a:solidFill>
                    <a:srgbClr val="666666"/>
                  </a:solidFill>
                  <a:latin typeface="Helvetica Neue"/>
                  <a:ea typeface="Helvetica Neue"/>
                  <a:cs typeface="Helvetica Neue"/>
                  <a:sym typeface="Helvetica Neue"/>
                </a:rPr>
                <a:t>.Monks | Proprietary &amp; Confidential</a:t>
              </a:r>
              <a:endParaRPr sz="500">
                <a:solidFill>
                  <a:srgbClr val="66666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666666"/>
                </a:solidFill>
                <a:latin typeface="Helvetica Neue"/>
                <a:ea typeface="Helvetica Neue"/>
                <a:cs typeface="Helvetica Neue"/>
                <a:sym typeface="Helvetica Neue"/>
              </a:endParaRPr>
            </a:p>
          </p:txBody>
        </p:sp>
        <p:sp>
          <p:nvSpPr>
            <p:cNvPr id="38" name="Google Shape;38;p7"/>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666666"/>
                  </a:solidFill>
                  <a:latin typeface="Helvetica Neue"/>
                  <a:ea typeface="Helvetica Neue"/>
                  <a:cs typeface="Helvetica Neue"/>
                  <a:sym typeface="Helvetica Neue"/>
                </a:rPr>
                <a:t>‹#›</a:t>
              </a:fld>
              <a:endParaRPr sz="500">
                <a:solidFill>
                  <a:srgbClr val="66666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66666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666666"/>
                </a:solidFill>
                <a:latin typeface="Helvetica Neue"/>
                <a:ea typeface="Helvetica Neue"/>
                <a:cs typeface="Helvetica Neue"/>
                <a:sym typeface="Helvetica Neue"/>
              </a:endParaRPr>
            </a:p>
          </p:txBody>
        </p:sp>
        <p:sp>
          <p:nvSpPr>
            <p:cNvPr id="39" name="Google Shape;39;p7"/>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666666"/>
                  </a:solidFill>
                  <a:latin typeface="Helvetica Neue"/>
                  <a:ea typeface="Helvetica Neue"/>
                  <a:cs typeface="Helvetica Neue"/>
                  <a:sym typeface="Helvetica Neue"/>
                </a:rPr>
                <a:t>Amazon</a:t>
              </a:r>
              <a:endParaRPr sz="500">
                <a:solidFill>
                  <a:srgbClr val="666666"/>
                </a:solidFill>
                <a:latin typeface="Helvetica Neue"/>
                <a:ea typeface="Helvetica Neue"/>
                <a:cs typeface="Helvetica Neue"/>
                <a:sym typeface="Helvetica Neue"/>
              </a:endParaRPr>
            </a:p>
          </p:txBody>
        </p:sp>
        <p:sp>
          <p:nvSpPr>
            <p:cNvPr id="40" name="Google Shape;40;p7"/>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666666"/>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ck">
  <p:cSld name="TITLE_1_18_1_1_1_1_1_2_1_9_2_1_1_1_1">
    <p:bg>
      <p:bgPr>
        <a:solidFill>
          <a:schemeClr val="dk1"/>
        </a:solidFill>
      </p:bgPr>
    </p:bg>
    <p:spTree>
      <p:nvGrpSpPr>
        <p:cNvPr id="41" name="Shape 41"/>
        <p:cNvGrpSpPr/>
        <p:nvPr/>
      </p:nvGrpSpPr>
      <p:grpSpPr>
        <a:xfrm>
          <a:off x="0" y="0"/>
          <a:ext cx="0" cy="0"/>
          <a:chOff x="0" y="0"/>
          <a:chExt cx="0" cy="0"/>
        </a:xfrm>
      </p:grpSpPr>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 Green w/ Header">
  <p:cSld name="TITLE_1_18_1_1_1_1_1_2_1_9_2_1_1_1_2">
    <p:bg>
      <p:bgPr>
        <a:solidFill>
          <a:schemeClr val="accent2"/>
        </a:solidFill>
      </p:bgPr>
    </p:bg>
    <p:spTree>
      <p:nvGrpSpPr>
        <p:cNvPr id="42" name="Shape 42"/>
        <p:cNvGrpSpPr/>
        <p:nvPr/>
      </p:nvGrpSpPr>
      <p:grpSpPr>
        <a:xfrm>
          <a:off x="0" y="0"/>
          <a:ext cx="0" cy="0"/>
          <a:chOff x="0" y="0"/>
          <a:chExt cx="0" cy="0"/>
        </a:xfrm>
      </p:grpSpPr>
      <p:grpSp>
        <p:nvGrpSpPr>
          <p:cNvPr id="43" name="Google Shape;43;p9"/>
          <p:cNvGrpSpPr/>
          <p:nvPr/>
        </p:nvGrpSpPr>
        <p:grpSpPr>
          <a:xfrm>
            <a:off x="279445" y="225271"/>
            <a:ext cx="8574994" cy="346800"/>
            <a:chOff x="279445" y="228475"/>
            <a:chExt cx="8574994" cy="346800"/>
          </a:xfrm>
        </p:grpSpPr>
        <p:sp>
          <p:nvSpPr>
            <p:cNvPr id="44" name="Google Shape;44;p9"/>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chemeClr val="accent3"/>
                  </a:solidFill>
                  <a:latin typeface="Helvetica Neue"/>
                  <a:ea typeface="Helvetica Neue"/>
                  <a:cs typeface="Helvetica Neue"/>
                  <a:sym typeface="Helvetica Neue"/>
                </a:rPr>
                <a:t>Platforms</a:t>
              </a:r>
              <a:r>
                <a:rPr lang="en" sz="500">
                  <a:solidFill>
                    <a:schemeClr val="accent3"/>
                  </a:solidFill>
                  <a:latin typeface="Helvetica Neue"/>
                  <a:ea typeface="Helvetica Neue"/>
                  <a:cs typeface="Helvetica Neue"/>
                  <a:sym typeface="Helvetica Neue"/>
                </a:rPr>
                <a:t>.Monks | Proprietary &amp; Confidential</a:t>
              </a:r>
              <a:endParaRPr sz="500">
                <a:solidFill>
                  <a:schemeClr val="accent3"/>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chemeClr val="accent3"/>
                </a:solidFill>
                <a:latin typeface="Helvetica Neue"/>
                <a:ea typeface="Helvetica Neue"/>
                <a:cs typeface="Helvetica Neue"/>
                <a:sym typeface="Helvetica Neue"/>
              </a:endParaRPr>
            </a:p>
          </p:txBody>
        </p:sp>
        <p:sp>
          <p:nvSpPr>
            <p:cNvPr id="45" name="Google Shape;45;p9"/>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chemeClr val="accent3"/>
                  </a:solidFill>
                  <a:latin typeface="Helvetica Neue"/>
                  <a:ea typeface="Helvetica Neue"/>
                  <a:cs typeface="Helvetica Neue"/>
                  <a:sym typeface="Helvetica Neue"/>
                </a:rPr>
                <a:t>‹#›</a:t>
              </a:fld>
              <a:endParaRPr sz="500">
                <a:solidFill>
                  <a:schemeClr val="accent3"/>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chemeClr val="accent3"/>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chemeClr val="accent3"/>
                </a:solidFill>
                <a:latin typeface="Helvetica Neue"/>
                <a:ea typeface="Helvetica Neue"/>
                <a:cs typeface="Helvetica Neue"/>
                <a:sym typeface="Helvetica Neue"/>
              </a:endParaRPr>
            </a:p>
          </p:txBody>
        </p:sp>
        <p:sp>
          <p:nvSpPr>
            <p:cNvPr id="46" name="Google Shape;46;p9"/>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chemeClr val="accent3"/>
                  </a:solidFill>
                  <a:latin typeface="Helvetica Neue"/>
                  <a:ea typeface="Helvetica Neue"/>
                  <a:cs typeface="Helvetica Neue"/>
                  <a:sym typeface="Helvetica Neue"/>
                </a:rPr>
                <a:t>Amazon</a:t>
              </a:r>
              <a:endParaRPr sz="500">
                <a:solidFill>
                  <a:schemeClr val="accent3"/>
                </a:solidFill>
                <a:latin typeface="Helvetica Neue"/>
                <a:ea typeface="Helvetica Neue"/>
                <a:cs typeface="Helvetica Neue"/>
                <a:sym typeface="Helvetica Neue"/>
              </a:endParaRPr>
            </a:p>
          </p:txBody>
        </p:sp>
        <p:sp>
          <p:nvSpPr>
            <p:cNvPr id="47" name="Google Shape;47;p9"/>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chemeClr val="accent3"/>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 Green">
  <p:cSld name="TITLE_1_18_1_1_1_1_1_2_1_9_2_1_1_1_1_2">
    <p:bg>
      <p:bgPr>
        <a:solidFill>
          <a:schemeClr val="accent2"/>
        </a:solidFill>
      </p:bgPr>
    </p:bg>
    <p:spTree>
      <p:nvGrpSpPr>
        <p:cNvPr id="48" name="Shape 48"/>
        <p:cNvGrpSpPr/>
        <p:nvPr/>
      </p:nvGrpSpPr>
      <p:grpSpPr>
        <a:xfrm>
          <a:off x="0" y="0"/>
          <a:ext cx="0" cy="0"/>
          <a:chOff x="0" y="0"/>
          <a:chExt cx="0" cy="0"/>
        </a:xfrm>
      </p:grpSpPr>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Green w/ header">
  <p:cSld name="TITLE_1_18_1_1_1_1_1_2_1_9_2_1_1_1_1_1">
    <p:bg>
      <p:bgPr>
        <a:solidFill>
          <a:schemeClr val="accent3"/>
        </a:solidFill>
      </p:bgPr>
    </p:bg>
    <p:spTree>
      <p:nvGrpSpPr>
        <p:cNvPr id="49" name="Shape 49"/>
        <p:cNvGrpSpPr/>
        <p:nvPr/>
      </p:nvGrpSpPr>
      <p:grpSpPr>
        <a:xfrm>
          <a:off x="0" y="0"/>
          <a:ext cx="0" cy="0"/>
          <a:chOff x="0" y="0"/>
          <a:chExt cx="0" cy="0"/>
        </a:xfrm>
      </p:grpSpPr>
      <p:grpSp>
        <p:nvGrpSpPr>
          <p:cNvPr id="50" name="Google Shape;50;p11"/>
          <p:cNvGrpSpPr/>
          <p:nvPr/>
        </p:nvGrpSpPr>
        <p:grpSpPr>
          <a:xfrm>
            <a:off x="279445" y="225271"/>
            <a:ext cx="8574994" cy="346800"/>
            <a:chOff x="279445" y="228475"/>
            <a:chExt cx="8574994" cy="346800"/>
          </a:xfrm>
        </p:grpSpPr>
        <p:sp>
          <p:nvSpPr>
            <p:cNvPr id="51" name="Google Shape;51;p11"/>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5C9D72"/>
                  </a:solidFill>
                  <a:latin typeface="Helvetica Neue"/>
                  <a:ea typeface="Helvetica Neue"/>
                  <a:cs typeface="Helvetica Neue"/>
                  <a:sym typeface="Helvetica Neue"/>
                </a:rPr>
                <a:t>Platforms</a:t>
              </a:r>
              <a:r>
                <a:rPr lang="en" sz="500">
                  <a:solidFill>
                    <a:srgbClr val="5C9D72"/>
                  </a:solidFill>
                  <a:latin typeface="Helvetica Neue"/>
                  <a:ea typeface="Helvetica Neue"/>
                  <a:cs typeface="Helvetica Neue"/>
                  <a:sym typeface="Helvetica Neue"/>
                </a:rPr>
                <a:t>.Monks | Proprietary &amp; Confidential</a:t>
              </a:r>
              <a:endParaRPr sz="500">
                <a:solidFill>
                  <a:srgbClr val="5C9D72"/>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5C9D72"/>
                </a:solidFill>
                <a:latin typeface="Helvetica Neue"/>
                <a:ea typeface="Helvetica Neue"/>
                <a:cs typeface="Helvetica Neue"/>
                <a:sym typeface="Helvetica Neue"/>
              </a:endParaRPr>
            </a:p>
          </p:txBody>
        </p:sp>
        <p:sp>
          <p:nvSpPr>
            <p:cNvPr id="52" name="Google Shape;52;p11"/>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5C9D72"/>
                  </a:solidFill>
                  <a:latin typeface="Helvetica Neue"/>
                  <a:ea typeface="Helvetica Neue"/>
                  <a:cs typeface="Helvetica Neue"/>
                  <a:sym typeface="Helvetica Neue"/>
                </a:rPr>
                <a:t>‹#›</a:t>
              </a:fld>
              <a:endParaRPr sz="500">
                <a:solidFill>
                  <a:srgbClr val="5C9D72"/>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5C9D72"/>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5C9D72"/>
                </a:solidFill>
                <a:latin typeface="Helvetica Neue"/>
                <a:ea typeface="Helvetica Neue"/>
                <a:cs typeface="Helvetica Neue"/>
                <a:sym typeface="Helvetica Neue"/>
              </a:endParaRPr>
            </a:p>
          </p:txBody>
        </p:sp>
        <p:sp>
          <p:nvSpPr>
            <p:cNvPr id="53" name="Google Shape;53;p11"/>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5C9D72"/>
                  </a:solidFill>
                  <a:latin typeface="Helvetica Neue"/>
                  <a:ea typeface="Helvetica Neue"/>
                  <a:cs typeface="Helvetica Neue"/>
                  <a:sym typeface="Helvetica Neue"/>
                </a:rPr>
                <a:t>Amazon</a:t>
              </a:r>
              <a:endParaRPr sz="500">
                <a:solidFill>
                  <a:srgbClr val="5C9D72"/>
                </a:solidFill>
                <a:latin typeface="Helvetica Neue"/>
                <a:ea typeface="Helvetica Neue"/>
                <a:cs typeface="Helvetica Neue"/>
                <a:sym typeface="Helvetica Neue"/>
              </a:endParaRPr>
            </a:p>
          </p:txBody>
        </p:sp>
        <p:sp>
          <p:nvSpPr>
            <p:cNvPr id="54" name="Google Shape;54;p11"/>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5C9D72"/>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Green">
  <p:cSld name="TITLE_1_18_1_1_1_1_1_2_1_9_2_1_1_1_1_1_2">
    <p:bg>
      <p:bgPr>
        <a:solidFill>
          <a:schemeClr val="accent3"/>
        </a:solidFill>
      </p:bgPr>
    </p:bg>
    <p:spTree>
      <p:nvGrpSpPr>
        <p:cNvPr id="55" name="Shape 55"/>
        <p:cNvGrpSpPr/>
        <p:nvPr/>
      </p:nvGrpSpPr>
      <p:grpSpPr>
        <a:xfrm>
          <a:off x="0" y="0"/>
          <a:ext cx="0" cy="0"/>
          <a:chOff x="0" y="0"/>
          <a:chExt cx="0" cy="0"/>
        </a:xfrm>
      </p:grpSpPr>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w/ Header">
  <p:cSld name="TITLE_1_18_1_1_1_1_1_2_1_9_2_1_1_1_1_1_1">
    <p:bg>
      <p:bgPr>
        <a:solidFill>
          <a:schemeClr val="lt1"/>
        </a:solidFill>
      </p:bgPr>
    </p:bg>
    <p:spTree>
      <p:nvGrpSpPr>
        <p:cNvPr id="56" name="Shape 56"/>
        <p:cNvGrpSpPr/>
        <p:nvPr/>
      </p:nvGrpSpPr>
      <p:grpSpPr>
        <a:xfrm>
          <a:off x="0" y="0"/>
          <a:ext cx="0" cy="0"/>
          <a:chOff x="0" y="0"/>
          <a:chExt cx="0" cy="0"/>
        </a:xfrm>
      </p:grpSpPr>
      <p:grpSp>
        <p:nvGrpSpPr>
          <p:cNvPr id="57" name="Google Shape;57;p13"/>
          <p:cNvGrpSpPr/>
          <p:nvPr/>
        </p:nvGrpSpPr>
        <p:grpSpPr>
          <a:xfrm>
            <a:off x="279445" y="225271"/>
            <a:ext cx="8574994" cy="346800"/>
            <a:chOff x="279445" y="228475"/>
            <a:chExt cx="8574994" cy="346800"/>
          </a:xfrm>
        </p:grpSpPr>
        <p:sp>
          <p:nvSpPr>
            <p:cNvPr id="58" name="Google Shape;58;p13"/>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CCCCCC"/>
                  </a:solidFill>
                  <a:latin typeface="Helvetica Neue"/>
                  <a:ea typeface="Helvetica Neue"/>
                  <a:cs typeface="Helvetica Neue"/>
                  <a:sym typeface="Helvetica Neue"/>
                </a:rPr>
                <a:t>Platforms</a:t>
              </a:r>
              <a:r>
                <a:rPr lang="en" sz="500">
                  <a:solidFill>
                    <a:srgbClr val="CCCCCC"/>
                  </a:solidFill>
                  <a:latin typeface="Helvetica Neue"/>
                  <a:ea typeface="Helvetica Neue"/>
                  <a:cs typeface="Helvetica Neue"/>
                  <a:sym typeface="Helvetica Neue"/>
                </a:rPr>
                <a:t>.Monks | Proprietary &amp; Confidential</a:t>
              </a:r>
              <a:endParaRPr sz="500">
                <a:solidFill>
                  <a:srgbClr val="CCCCCC"/>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CCCCCC"/>
                </a:solidFill>
                <a:latin typeface="Helvetica Neue"/>
                <a:ea typeface="Helvetica Neue"/>
                <a:cs typeface="Helvetica Neue"/>
                <a:sym typeface="Helvetica Neue"/>
              </a:endParaRPr>
            </a:p>
          </p:txBody>
        </p:sp>
        <p:sp>
          <p:nvSpPr>
            <p:cNvPr id="59" name="Google Shape;59;p13"/>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CCCCCC"/>
                  </a:solidFill>
                  <a:latin typeface="Helvetica Neue"/>
                  <a:ea typeface="Helvetica Neue"/>
                  <a:cs typeface="Helvetica Neue"/>
                  <a:sym typeface="Helvetica Neue"/>
                </a:rPr>
                <a:t>‹#›</a:t>
              </a:fld>
              <a:endParaRPr sz="500">
                <a:solidFill>
                  <a:srgbClr val="CCCCCC"/>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CCCCCC"/>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CCCCCC"/>
                </a:solidFill>
                <a:latin typeface="Helvetica Neue"/>
                <a:ea typeface="Helvetica Neue"/>
                <a:cs typeface="Helvetica Neue"/>
                <a:sym typeface="Helvetica Neue"/>
              </a:endParaRPr>
            </a:p>
          </p:txBody>
        </p:sp>
        <p:sp>
          <p:nvSpPr>
            <p:cNvPr id="60" name="Google Shape;60;p13"/>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CCCCCC"/>
                  </a:solidFill>
                  <a:latin typeface="Helvetica Neue"/>
                  <a:ea typeface="Helvetica Neue"/>
                  <a:cs typeface="Helvetica Neue"/>
                  <a:sym typeface="Helvetica Neue"/>
                </a:rPr>
                <a:t>Amazon</a:t>
              </a:r>
              <a:endParaRPr sz="500">
                <a:solidFill>
                  <a:srgbClr val="CCCCCC"/>
                </a:solidFill>
                <a:latin typeface="Helvetica Neue"/>
                <a:ea typeface="Helvetica Neue"/>
                <a:cs typeface="Helvetica Neue"/>
                <a:sym typeface="Helvetica Neue"/>
              </a:endParaRPr>
            </a:p>
          </p:txBody>
        </p:sp>
        <p:sp>
          <p:nvSpPr>
            <p:cNvPr id="61" name="Google Shape;61;p13"/>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CCCCCC"/>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p:cSld name="TITLE_1_18_1_1_1_1_1_2_1_9_2_1_1_1_1_1_1_1">
    <p:bg>
      <p:bgPr>
        <a:solidFill>
          <a:schemeClr val="lt1"/>
        </a:solidFill>
      </p:bgPr>
    </p:bg>
    <p:spTree>
      <p:nvGrpSpPr>
        <p:cNvPr id="62" name="Shape 62"/>
        <p:cNvGrpSpPr/>
        <p:nvPr/>
      </p:nvGrpSpPr>
      <p:grpSpPr>
        <a:xfrm>
          <a:off x="0" y="0"/>
          <a:ext cx="0" cy="0"/>
          <a:chOff x="0" y="0"/>
          <a:chExt cx="0" cy="0"/>
        </a:xfrm>
      </p:grpSpPr>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main">
  <p:cSld name="TITLE_3">
    <p:bg>
      <p:bgPr>
        <a:solidFill>
          <a:schemeClr val="accent1"/>
        </a:solidFill>
      </p:bgPr>
    </p:bg>
    <p:spTree>
      <p:nvGrpSpPr>
        <p:cNvPr id="63" name="Shape 63"/>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_Title+Body+Image">
  <p:cSld name="CUSTOM_4_1_2">
    <p:bg>
      <p:bgPr>
        <a:solidFill>
          <a:schemeClr val="accent6"/>
        </a:solidFill>
      </p:bgPr>
    </p:bg>
    <p:spTree>
      <p:nvGrpSpPr>
        <p:cNvPr id="64" name="Shape 64"/>
        <p:cNvGrpSpPr/>
        <p:nvPr/>
      </p:nvGrpSpPr>
      <p:grpSpPr>
        <a:xfrm>
          <a:off x="0" y="0"/>
          <a:ext cx="0" cy="0"/>
          <a:chOff x="0" y="0"/>
          <a:chExt cx="0" cy="0"/>
        </a:xfrm>
      </p:grpSpPr>
      <p:sp>
        <p:nvSpPr>
          <p:cNvPr id="65" name="Google Shape;65;p16"/>
          <p:cNvSpPr/>
          <p:nvPr>
            <p:ph idx="2" type="pic"/>
          </p:nvPr>
        </p:nvSpPr>
        <p:spPr>
          <a:xfrm>
            <a:off x="3924000" y="625550"/>
            <a:ext cx="4798200" cy="4108500"/>
          </a:xfrm>
          <a:prstGeom prst="roundRect">
            <a:avLst>
              <a:gd fmla="val 5584" name="adj"/>
            </a:avLst>
          </a:prstGeom>
          <a:noFill/>
          <a:ln>
            <a:noFill/>
          </a:ln>
        </p:spPr>
      </p:sp>
      <p:sp>
        <p:nvSpPr>
          <p:cNvPr id="66" name="Google Shape;66;p16"/>
          <p:cNvSpPr txBox="1"/>
          <p:nvPr>
            <p:ph idx="1" type="subTitle"/>
          </p:nvPr>
        </p:nvSpPr>
        <p:spPr>
          <a:xfrm>
            <a:off x="3823725" y="188850"/>
            <a:ext cx="1496700" cy="1494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2"/>
              </a:buClr>
              <a:buSzPts val="800"/>
              <a:buNone/>
              <a:defRPr sz="800"/>
            </a:lvl1pPr>
            <a:lvl2pPr lvl="1" rtl="0" algn="ctr">
              <a:lnSpc>
                <a:spcPct val="100000"/>
              </a:lnSpc>
              <a:spcBef>
                <a:spcPts val="0"/>
              </a:spcBef>
              <a:spcAft>
                <a:spcPts val="0"/>
              </a:spcAft>
              <a:buClr>
                <a:schemeClr val="dk2"/>
              </a:buClr>
              <a:buSzPts val="800"/>
              <a:buNone/>
              <a:defRPr sz="800"/>
            </a:lvl2pPr>
            <a:lvl3pPr lvl="2" rtl="0" algn="ctr">
              <a:lnSpc>
                <a:spcPct val="100000"/>
              </a:lnSpc>
              <a:spcBef>
                <a:spcPts val="0"/>
              </a:spcBef>
              <a:spcAft>
                <a:spcPts val="0"/>
              </a:spcAft>
              <a:buClr>
                <a:schemeClr val="dk2"/>
              </a:buClr>
              <a:buSzPts val="800"/>
              <a:buNone/>
              <a:defRPr sz="800"/>
            </a:lvl3pPr>
            <a:lvl4pPr lvl="3" rtl="0" algn="ctr">
              <a:lnSpc>
                <a:spcPct val="100000"/>
              </a:lnSpc>
              <a:spcBef>
                <a:spcPts val="0"/>
              </a:spcBef>
              <a:spcAft>
                <a:spcPts val="0"/>
              </a:spcAft>
              <a:buClr>
                <a:schemeClr val="dk2"/>
              </a:buClr>
              <a:buSzPts val="800"/>
              <a:buNone/>
              <a:defRPr sz="800"/>
            </a:lvl4pPr>
            <a:lvl5pPr lvl="4" rtl="0" algn="ctr">
              <a:lnSpc>
                <a:spcPct val="100000"/>
              </a:lnSpc>
              <a:spcBef>
                <a:spcPts val="0"/>
              </a:spcBef>
              <a:spcAft>
                <a:spcPts val="0"/>
              </a:spcAft>
              <a:buClr>
                <a:schemeClr val="dk2"/>
              </a:buClr>
              <a:buSzPts val="800"/>
              <a:buNone/>
              <a:defRPr sz="800"/>
            </a:lvl5pPr>
            <a:lvl6pPr lvl="5" rtl="0" algn="ctr">
              <a:lnSpc>
                <a:spcPct val="100000"/>
              </a:lnSpc>
              <a:spcBef>
                <a:spcPts val="0"/>
              </a:spcBef>
              <a:spcAft>
                <a:spcPts val="0"/>
              </a:spcAft>
              <a:buClr>
                <a:schemeClr val="dk2"/>
              </a:buClr>
              <a:buSzPts val="800"/>
              <a:buNone/>
              <a:defRPr sz="800"/>
            </a:lvl6pPr>
            <a:lvl7pPr lvl="6" rtl="0" algn="ctr">
              <a:lnSpc>
                <a:spcPct val="100000"/>
              </a:lnSpc>
              <a:spcBef>
                <a:spcPts val="0"/>
              </a:spcBef>
              <a:spcAft>
                <a:spcPts val="0"/>
              </a:spcAft>
              <a:buClr>
                <a:schemeClr val="dk2"/>
              </a:buClr>
              <a:buSzPts val="800"/>
              <a:buNone/>
              <a:defRPr sz="800"/>
            </a:lvl7pPr>
            <a:lvl8pPr lvl="7" rtl="0" algn="ctr">
              <a:lnSpc>
                <a:spcPct val="100000"/>
              </a:lnSpc>
              <a:spcBef>
                <a:spcPts val="0"/>
              </a:spcBef>
              <a:spcAft>
                <a:spcPts val="0"/>
              </a:spcAft>
              <a:buClr>
                <a:schemeClr val="dk2"/>
              </a:buClr>
              <a:buSzPts val="800"/>
              <a:buNone/>
              <a:defRPr sz="800"/>
            </a:lvl8pPr>
            <a:lvl9pPr lvl="8" rtl="0" algn="ctr">
              <a:lnSpc>
                <a:spcPct val="100000"/>
              </a:lnSpc>
              <a:spcBef>
                <a:spcPts val="0"/>
              </a:spcBef>
              <a:spcAft>
                <a:spcPts val="0"/>
              </a:spcAft>
              <a:buClr>
                <a:schemeClr val="dk2"/>
              </a:buClr>
              <a:buSzPts val="800"/>
              <a:buNone/>
              <a:defRPr sz="800"/>
            </a:lvl9pPr>
          </a:lstStyle>
          <a:p/>
        </p:txBody>
      </p:sp>
      <p:sp>
        <p:nvSpPr>
          <p:cNvPr id="67" name="Google Shape;67;p16"/>
          <p:cNvSpPr txBox="1"/>
          <p:nvPr>
            <p:ph idx="3" type="subTitle"/>
          </p:nvPr>
        </p:nvSpPr>
        <p:spPr>
          <a:xfrm>
            <a:off x="414000" y="188850"/>
            <a:ext cx="1496700" cy="149400"/>
          </a:xfrm>
          <a:prstGeom prst="rect">
            <a:avLst/>
          </a:prstGeom>
          <a:noFill/>
          <a:ln>
            <a:noFill/>
          </a:ln>
        </p:spPr>
        <p:txBody>
          <a:bodyPr anchorCtr="0" anchor="ctr" bIns="91425" lIns="91425" spcFirstLastPara="1" rIns="91425" wrap="square" tIns="91425">
            <a:noAutofit/>
          </a:bodyPr>
          <a:lstStyle>
            <a:lvl1pPr lvl="0" rtl="0">
              <a:lnSpc>
                <a:spcPct val="100000"/>
              </a:lnSpc>
              <a:spcBef>
                <a:spcPts val="0"/>
              </a:spcBef>
              <a:spcAft>
                <a:spcPts val="0"/>
              </a:spcAft>
              <a:buClr>
                <a:schemeClr val="dk2"/>
              </a:buClr>
              <a:buSzPts val="800"/>
              <a:buNone/>
              <a:defRPr sz="800"/>
            </a:lvl1pPr>
            <a:lvl2pPr lvl="1" rtl="0">
              <a:lnSpc>
                <a:spcPct val="100000"/>
              </a:lnSpc>
              <a:spcBef>
                <a:spcPts val="0"/>
              </a:spcBef>
              <a:spcAft>
                <a:spcPts val="0"/>
              </a:spcAft>
              <a:buClr>
                <a:schemeClr val="dk2"/>
              </a:buClr>
              <a:buSzPts val="800"/>
              <a:buNone/>
              <a:defRPr sz="800"/>
            </a:lvl2pPr>
            <a:lvl3pPr lvl="2" rtl="0">
              <a:lnSpc>
                <a:spcPct val="100000"/>
              </a:lnSpc>
              <a:spcBef>
                <a:spcPts val="0"/>
              </a:spcBef>
              <a:spcAft>
                <a:spcPts val="0"/>
              </a:spcAft>
              <a:buClr>
                <a:schemeClr val="dk2"/>
              </a:buClr>
              <a:buSzPts val="800"/>
              <a:buNone/>
              <a:defRPr sz="800"/>
            </a:lvl3pPr>
            <a:lvl4pPr lvl="3" rtl="0">
              <a:lnSpc>
                <a:spcPct val="100000"/>
              </a:lnSpc>
              <a:spcBef>
                <a:spcPts val="0"/>
              </a:spcBef>
              <a:spcAft>
                <a:spcPts val="0"/>
              </a:spcAft>
              <a:buClr>
                <a:schemeClr val="dk2"/>
              </a:buClr>
              <a:buSzPts val="800"/>
              <a:buNone/>
              <a:defRPr sz="800"/>
            </a:lvl4pPr>
            <a:lvl5pPr lvl="4" rtl="0">
              <a:lnSpc>
                <a:spcPct val="100000"/>
              </a:lnSpc>
              <a:spcBef>
                <a:spcPts val="0"/>
              </a:spcBef>
              <a:spcAft>
                <a:spcPts val="0"/>
              </a:spcAft>
              <a:buClr>
                <a:schemeClr val="dk2"/>
              </a:buClr>
              <a:buSzPts val="800"/>
              <a:buNone/>
              <a:defRPr sz="800"/>
            </a:lvl5pPr>
            <a:lvl6pPr lvl="5" rtl="0">
              <a:lnSpc>
                <a:spcPct val="100000"/>
              </a:lnSpc>
              <a:spcBef>
                <a:spcPts val="0"/>
              </a:spcBef>
              <a:spcAft>
                <a:spcPts val="0"/>
              </a:spcAft>
              <a:buClr>
                <a:schemeClr val="dk2"/>
              </a:buClr>
              <a:buSzPts val="800"/>
              <a:buNone/>
              <a:defRPr sz="800"/>
            </a:lvl6pPr>
            <a:lvl7pPr lvl="6" rtl="0">
              <a:lnSpc>
                <a:spcPct val="100000"/>
              </a:lnSpc>
              <a:spcBef>
                <a:spcPts val="0"/>
              </a:spcBef>
              <a:spcAft>
                <a:spcPts val="0"/>
              </a:spcAft>
              <a:buClr>
                <a:schemeClr val="dk2"/>
              </a:buClr>
              <a:buSzPts val="800"/>
              <a:buNone/>
              <a:defRPr sz="800"/>
            </a:lvl7pPr>
            <a:lvl8pPr lvl="7" rtl="0">
              <a:lnSpc>
                <a:spcPct val="100000"/>
              </a:lnSpc>
              <a:spcBef>
                <a:spcPts val="0"/>
              </a:spcBef>
              <a:spcAft>
                <a:spcPts val="0"/>
              </a:spcAft>
              <a:buClr>
                <a:schemeClr val="dk2"/>
              </a:buClr>
              <a:buSzPts val="800"/>
              <a:buNone/>
              <a:defRPr sz="800"/>
            </a:lvl8pPr>
            <a:lvl9pPr lvl="8" rtl="0">
              <a:lnSpc>
                <a:spcPct val="100000"/>
              </a:lnSpc>
              <a:spcBef>
                <a:spcPts val="0"/>
              </a:spcBef>
              <a:spcAft>
                <a:spcPts val="0"/>
              </a:spcAft>
              <a:buClr>
                <a:schemeClr val="dk2"/>
              </a:buClr>
              <a:buSzPts val="800"/>
              <a:buNone/>
              <a:defRPr sz="800"/>
            </a:lvl9pPr>
          </a:lstStyle>
          <a:p/>
        </p:txBody>
      </p:sp>
      <p:cxnSp>
        <p:nvCxnSpPr>
          <p:cNvPr id="68" name="Google Shape;68;p16"/>
          <p:cNvCxnSpPr/>
          <p:nvPr/>
        </p:nvCxnSpPr>
        <p:spPr>
          <a:xfrm>
            <a:off x="418750" y="414000"/>
            <a:ext cx="8303400" cy="0"/>
          </a:xfrm>
          <a:prstGeom prst="straightConnector1">
            <a:avLst/>
          </a:prstGeom>
          <a:noFill/>
          <a:ln cap="flat" cmpd="sng" w="9525">
            <a:solidFill>
              <a:schemeClr val="dk2"/>
            </a:solidFill>
            <a:prstDash val="solid"/>
            <a:round/>
            <a:headEnd len="med" w="med" type="none"/>
            <a:tailEnd len="med" w="med" type="none"/>
          </a:ln>
        </p:spPr>
      </p:cxnSp>
      <p:sp>
        <p:nvSpPr>
          <p:cNvPr id="69" name="Google Shape;69;p16"/>
          <p:cNvSpPr txBox="1"/>
          <p:nvPr>
            <p:ph idx="12" type="sldNum"/>
          </p:nvPr>
        </p:nvSpPr>
        <p:spPr>
          <a:xfrm>
            <a:off x="8181296" y="200026"/>
            <a:ext cx="548700" cy="123000"/>
          </a:xfrm>
          <a:prstGeom prst="rect">
            <a:avLst/>
          </a:prstGeom>
        </p:spPr>
        <p:txBody>
          <a:bodyPr anchorCtr="0" anchor="ctr" bIns="0" lIns="0" spcFirstLastPara="1" rIns="0" wrap="square" tIns="0">
            <a:spAutoFit/>
          </a:bodyPr>
          <a:lstStyle>
            <a:lvl1pPr lvl="0" rtl="0">
              <a:buNone/>
              <a:defRPr sz="800"/>
            </a:lvl1pPr>
            <a:lvl2pPr lvl="1" rtl="0">
              <a:buNone/>
              <a:defRPr sz="800"/>
            </a:lvl2pPr>
            <a:lvl3pPr lvl="2" rtl="0">
              <a:buNone/>
              <a:defRPr sz="800"/>
            </a:lvl3pPr>
            <a:lvl4pPr lvl="3" rtl="0">
              <a:buNone/>
              <a:defRPr sz="800"/>
            </a:lvl4pPr>
            <a:lvl5pPr lvl="4" rtl="0">
              <a:buNone/>
              <a:defRPr sz="800"/>
            </a:lvl5pPr>
            <a:lvl6pPr lvl="5" rtl="0">
              <a:buNone/>
              <a:defRPr sz="800"/>
            </a:lvl6pPr>
            <a:lvl7pPr lvl="6" rtl="0">
              <a:buNone/>
              <a:defRPr sz="800"/>
            </a:lvl7pPr>
            <a:lvl8pPr lvl="7" rtl="0">
              <a:buNone/>
              <a:defRPr sz="800"/>
            </a:lvl8pPr>
            <a:lvl9pPr lvl="8" rtl="0">
              <a:buNone/>
              <a:defRPr sz="800"/>
            </a:lvl9pPr>
          </a:lstStyle>
          <a:p>
            <a:pPr indent="0" lvl="0" marL="0" rtl="0" algn="r">
              <a:spcBef>
                <a:spcPts val="0"/>
              </a:spcBef>
              <a:spcAft>
                <a:spcPts val="0"/>
              </a:spcAft>
              <a:buNone/>
            </a:pPr>
            <a:fld id="{00000000-1234-1234-1234-123412341234}" type="slidenum">
              <a:rPr lang="en"/>
              <a:t>‹#›</a:t>
            </a:fld>
            <a:endParaRPr/>
          </a:p>
        </p:txBody>
      </p:sp>
      <p:sp>
        <p:nvSpPr>
          <p:cNvPr id="70" name="Google Shape;70;p16"/>
          <p:cNvSpPr txBox="1"/>
          <p:nvPr>
            <p:ph idx="4" type="body"/>
          </p:nvPr>
        </p:nvSpPr>
        <p:spPr>
          <a:xfrm>
            <a:off x="414000" y="2483150"/>
            <a:ext cx="2695200" cy="2246400"/>
          </a:xfrm>
          <a:prstGeom prst="rect">
            <a:avLst/>
          </a:prstGeom>
          <a:noFill/>
          <a:ln>
            <a:noFill/>
          </a:ln>
        </p:spPr>
        <p:txBody>
          <a:bodyPr anchorCtr="0" anchor="t" bIns="0" lIns="0" spcFirstLastPara="1" rIns="0" wrap="square" tIns="0">
            <a:spAutoFit/>
          </a:bodyPr>
          <a:lstStyle>
            <a:lvl1pPr indent="-304800" lvl="0" marL="457200" marR="0" rtl="0" algn="l">
              <a:lnSpc>
                <a:spcPct val="110000"/>
              </a:lnSpc>
              <a:spcBef>
                <a:spcPts val="0"/>
              </a:spcBef>
              <a:spcAft>
                <a:spcPts val="0"/>
              </a:spcAft>
              <a:buClr>
                <a:srgbClr val="012015"/>
              </a:buClr>
              <a:buSzPts val="1200"/>
              <a:buFont typeface="Helvetica Neue"/>
              <a:buChar char="•"/>
              <a:defRPr i="0" sz="1200" u="none" cap="none" strike="noStrike">
                <a:solidFill>
                  <a:srgbClr val="012015"/>
                </a:solidFill>
                <a:latin typeface="Helvetica Neue"/>
                <a:ea typeface="Helvetica Neue"/>
                <a:cs typeface="Helvetica Neue"/>
                <a:sym typeface="Helvetica Neue"/>
              </a:defRPr>
            </a:lvl1pPr>
            <a:lvl2pPr indent="-317500" lvl="1" marL="914400" marR="0" rtl="0" algn="l">
              <a:lnSpc>
                <a:spcPct val="110000"/>
              </a:lnSpc>
              <a:spcBef>
                <a:spcPts val="0"/>
              </a:spcBef>
              <a:spcAft>
                <a:spcPts val="0"/>
              </a:spcAft>
              <a:buClr>
                <a:srgbClr val="012015"/>
              </a:buClr>
              <a:buSzPts val="1400"/>
              <a:buFont typeface="Helvetica Neue"/>
              <a:buChar char="-"/>
              <a:defRPr i="0" u="none" cap="none" strike="noStrike">
                <a:solidFill>
                  <a:srgbClr val="012015"/>
                </a:solidFill>
                <a:latin typeface="Helvetica Neue"/>
                <a:ea typeface="Helvetica Neue"/>
                <a:cs typeface="Helvetica Neue"/>
                <a:sym typeface="Helvetica Neue"/>
              </a:defRPr>
            </a:lvl2pPr>
            <a:lvl3pPr indent="-304800" lvl="2" marL="1371600" marR="0" rtl="0" algn="l">
              <a:lnSpc>
                <a:spcPct val="110000"/>
              </a:lnSpc>
              <a:spcBef>
                <a:spcPts val="0"/>
              </a:spcBef>
              <a:spcAft>
                <a:spcPts val="0"/>
              </a:spcAft>
              <a:buClr>
                <a:srgbClr val="012015"/>
              </a:buClr>
              <a:buSzPts val="1200"/>
              <a:buFont typeface="Helvetica Neue"/>
              <a:buChar char="‣"/>
              <a:defRPr i="0" sz="1200" u="none" cap="none" strike="noStrike">
                <a:solidFill>
                  <a:srgbClr val="012015"/>
                </a:solidFill>
                <a:latin typeface="Helvetica Neue"/>
                <a:ea typeface="Helvetica Neue"/>
                <a:cs typeface="Helvetica Neue"/>
                <a:sym typeface="Helvetica Neue"/>
              </a:defRPr>
            </a:lvl3pPr>
            <a:lvl4pPr indent="-304800" lvl="3" marL="1828800" marR="0" rtl="0" algn="l">
              <a:lnSpc>
                <a:spcPct val="110000"/>
              </a:lnSpc>
              <a:spcBef>
                <a:spcPts val="0"/>
              </a:spcBef>
              <a:spcAft>
                <a:spcPts val="0"/>
              </a:spcAft>
              <a:buClr>
                <a:srgbClr val="012015"/>
              </a:buClr>
              <a:buSzPts val="1200"/>
              <a:buFont typeface="Helvetica Neue"/>
              <a:buChar char="๏"/>
              <a:defRPr i="0" sz="1200" u="none" cap="none" strike="noStrike">
                <a:solidFill>
                  <a:srgbClr val="012015"/>
                </a:solidFill>
                <a:latin typeface="Helvetica Neue"/>
                <a:ea typeface="Helvetica Neue"/>
                <a:cs typeface="Helvetica Neue"/>
                <a:sym typeface="Helvetica Neue"/>
              </a:defRPr>
            </a:lvl4pPr>
            <a:lvl5pPr indent="-304800" lvl="4" marL="2286000" marR="0" rtl="0" algn="l">
              <a:lnSpc>
                <a:spcPct val="110000"/>
              </a:lnSpc>
              <a:spcBef>
                <a:spcPts val="0"/>
              </a:spcBef>
              <a:spcAft>
                <a:spcPts val="0"/>
              </a:spcAft>
              <a:buClr>
                <a:srgbClr val="012015"/>
              </a:buClr>
              <a:buSzPts val="1200"/>
              <a:buFont typeface="Helvetica Neue"/>
              <a:buChar char="•"/>
              <a:defRPr i="0" sz="1200" u="none" cap="none" strike="noStrike">
                <a:solidFill>
                  <a:srgbClr val="012015"/>
                </a:solidFill>
                <a:latin typeface="Helvetica Neue"/>
                <a:ea typeface="Helvetica Neue"/>
                <a:cs typeface="Helvetica Neue"/>
                <a:sym typeface="Helvetica Neue"/>
              </a:defRPr>
            </a:lvl5pPr>
            <a:lvl6pPr indent="-304800" lvl="5" marL="2743200" marR="0" rtl="0" algn="l">
              <a:lnSpc>
                <a:spcPct val="110000"/>
              </a:lnSpc>
              <a:spcBef>
                <a:spcPts val="0"/>
              </a:spcBef>
              <a:spcAft>
                <a:spcPts val="0"/>
              </a:spcAft>
              <a:buClr>
                <a:srgbClr val="012015"/>
              </a:buClr>
              <a:buSzPts val="1200"/>
              <a:buFont typeface="Helvetica Neue"/>
              <a:buChar char="•"/>
              <a:defRPr i="0" sz="1200" u="none" cap="none" strike="noStrike">
                <a:solidFill>
                  <a:srgbClr val="012015"/>
                </a:solidFill>
                <a:latin typeface="Helvetica Neue"/>
                <a:ea typeface="Helvetica Neue"/>
                <a:cs typeface="Helvetica Neue"/>
                <a:sym typeface="Helvetica Neue"/>
              </a:defRPr>
            </a:lvl6pPr>
            <a:lvl7pPr indent="-304800" lvl="6" marL="3200400" marR="0" rtl="0" algn="l">
              <a:lnSpc>
                <a:spcPct val="110000"/>
              </a:lnSpc>
              <a:spcBef>
                <a:spcPts val="0"/>
              </a:spcBef>
              <a:spcAft>
                <a:spcPts val="0"/>
              </a:spcAft>
              <a:buClr>
                <a:srgbClr val="012015"/>
              </a:buClr>
              <a:buSzPts val="1200"/>
              <a:buFont typeface="Helvetica Neue"/>
              <a:buChar char="•"/>
              <a:defRPr i="0" sz="1200" u="none" cap="none" strike="noStrike">
                <a:solidFill>
                  <a:srgbClr val="012015"/>
                </a:solidFill>
                <a:latin typeface="Helvetica Neue"/>
                <a:ea typeface="Helvetica Neue"/>
                <a:cs typeface="Helvetica Neue"/>
                <a:sym typeface="Helvetica Neue"/>
              </a:defRPr>
            </a:lvl7pPr>
            <a:lvl8pPr indent="-304800" lvl="7" marL="3657600" marR="0" rtl="0" algn="l">
              <a:lnSpc>
                <a:spcPct val="110000"/>
              </a:lnSpc>
              <a:spcBef>
                <a:spcPts val="0"/>
              </a:spcBef>
              <a:spcAft>
                <a:spcPts val="0"/>
              </a:spcAft>
              <a:buClr>
                <a:srgbClr val="012015"/>
              </a:buClr>
              <a:buSzPts val="1200"/>
              <a:buFont typeface="Helvetica Neue"/>
              <a:buChar char="•"/>
              <a:defRPr i="0" sz="1200" u="none" cap="none" strike="noStrike">
                <a:solidFill>
                  <a:srgbClr val="012015"/>
                </a:solidFill>
                <a:latin typeface="Helvetica Neue"/>
                <a:ea typeface="Helvetica Neue"/>
                <a:cs typeface="Helvetica Neue"/>
                <a:sym typeface="Helvetica Neue"/>
              </a:defRPr>
            </a:lvl8pPr>
            <a:lvl9pPr indent="-304800" lvl="8" marL="4114800" marR="0" rtl="0" algn="l">
              <a:lnSpc>
                <a:spcPct val="110000"/>
              </a:lnSpc>
              <a:spcBef>
                <a:spcPts val="0"/>
              </a:spcBef>
              <a:spcAft>
                <a:spcPts val="0"/>
              </a:spcAft>
              <a:buClr>
                <a:srgbClr val="012015"/>
              </a:buClr>
              <a:buSzPts val="1200"/>
              <a:buFont typeface="Helvetica Neue"/>
              <a:buChar char="•"/>
              <a:defRPr i="0" sz="1200" u="none" cap="none" strike="noStrike">
                <a:solidFill>
                  <a:srgbClr val="012015"/>
                </a:solidFill>
                <a:latin typeface="Helvetica Neue"/>
                <a:ea typeface="Helvetica Neue"/>
                <a:cs typeface="Helvetica Neue"/>
                <a:sym typeface="Helvetica Neue"/>
              </a:defRPr>
            </a:lvl9pPr>
          </a:lstStyle>
          <a:p/>
        </p:txBody>
      </p:sp>
      <p:sp>
        <p:nvSpPr>
          <p:cNvPr id="71" name="Google Shape;71;p16"/>
          <p:cNvSpPr txBox="1"/>
          <p:nvPr>
            <p:ph type="title"/>
          </p:nvPr>
        </p:nvSpPr>
        <p:spPr>
          <a:xfrm>
            <a:off x="418750" y="575000"/>
            <a:ext cx="3397500" cy="878700"/>
          </a:xfrm>
          <a:prstGeom prst="rect">
            <a:avLst/>
          </a:prstGeom>
          <a:noFill/>
          <a:ln>
            <a:noFill/>
          </a:ln>
        </p:spPr>
        <p:txBody>
          <a:bodyPr anchorCtr="0" anchor="t" bIns="91425" lIns="91425" spcFirstLastPara="1" rIns="91425" wrap="square" tIns="91425">
            <a:spAutoFit/>
          </a:bodyPr>
          <a:lstStyle>
            <a:lvl1pPr lvl="0" rtl="0">
              <a:lnSpc>
                <a:spcPct val="90000"/>
              </a:lnSpc>
              <a:spcBef>
                <a:spcPts val="0"/>
              </a:spcBef>
              <a:spcAft>
                <a:spcPts val="0"/>
              </a:spcAft>
              <a:buClr>
                <a:schemeClr val="dk2"/>
              </a:buClr>
              <a:buSzPts val="3000"/>
              <a:buNone/>
              <a:defRPr sz="3000">
                <a:solidFill>
                  <a:schemeClr val="dk2"/>
                </a:solidFill>
              </a:defRPr>
            </a:lvl1pPr>
            <a:lvl2pPr lvl="1" rtl="0">
              <a:lnSpc>
                <a:spcPct val="90000"/>
              </a:lnSpc>
              <a:spcBef>
                <a:spcPts val="0"/>
              </a:spcBef>
              <a:spcAft>
                <a:spcPts val="0"/>
              </a:spcAft>
              <a:buClr>
                <a:schemeClr val="dk2"/>
              </a:buClr>
              <a:buSzPts val="3000"/>
              <a:buNone/>
              <a:defRPr sz="3000">
                <a:solidFill>
                  <a:schemeClr val="dk2"/>
                </a:solidFill>
              </a:defRPr>
            </a:lvl2pPr>
            <a:lvl3pPr lvl="2" rtl="0">
              <a:lnSpc>
                <a:spcPct val="90000"/>
              </a:lnSpc>
              <a:spcBef>
                <a:spcPts val="0"/>
              </a:spcBef>
              <a:spcAft>
                <a:spcPts val="0"/>
              </a:spcAft>
              <a:buClr>
                <a:schemeClr val="dk2"/>
              </a:buClr>
              <a:buSzPts val="3000"/>
              <a:buNone/>
              <a:defRPr sz="3000">
                <a:solidFill>
                  <a:schemeClr val="dk2"/>
                </a:solidFill>
              </a:defRPr>
            </a:lvl3pPr>
            <a:lvl4pPr lvl="3" rtl="0">
              <a:lnSpc>
                <a:spcPct val="90000"/>
              </a:lnSpc>
              <a:spcBef>
                <a:spcPts val="0"/>
              </a:spcBef>
              <a:spcAft>
                <a:spcPts val="0"/>
              </a:spcAft>
              <a:buClr>
                <a:schemeClr val="dk2"/>
              </a:buClr>
              <a:buSzPts val="3000"/>
              <a:buNone/>
              <a:defRPr sz="3000">
                <a:solidFill>
                  <a:schemeClr val="dk2"/>
                </a:solidFill>
              </a:defRPr>
            </a:lvl4pPr>
            <a:lvl5pPr lvl="4" rtl="0">
              <a:lnSpc>
                <a:spcPct val="90000"/>
              </a:lnSpc>
              <a:spcBef>
                <a:spcPts val="0"/>
              </a:spcBef>
              <a:spcAft>
                <a:spcPts val="0"/>
              </a:spcAft>
              <a:buClr>
                <a:schemeClr val="dk2"/>
              </a:buClr>
              <a:buSzPts val="3000"/>
              <a:buNone/>
              <a:defRPr sz="3000">
                <a:solidFill>
                  <a:schemeClr val="dk2"/>
                </a:solidFill>
              </a:defRPr>
            </a:lvl5pPr>
            <a:lvl6pPr lvl="5" rtl="0">
              <a:lnSpc>
                <a:spcPct val="90000"/>
              </a:lnSpc>
              <a:spcBef>
                <a:spcPts val="0"/>
              </a:spcBef>
              <a:spcAft>
                <a:spcPts val="0"/>
              </a:spcAft>
              <a:buClr>
                <a:schemeClr val="dk2"/>
              </a:buClr>
              <a:buSzPts val="3000"/>
              <a:buNone/>
              <a:defRPr sz="3000">
                <a:solidFill>
                  <a:schemeClr val="dk2"/>
                </a:solidFill>
              </a:defRPr>
            </a:lvl6pPr>
            <a:lvl7pPr lvl="6" rtl="0">
              <a:lnSpc>
                <a:spcPct val="90000"/>
              </a:lnSpc>
              <a:spcBef>
                <a:spcPts val="0"/>
              </a:spcBef>
              <a:spcAft>
                <a:spcPts val="0"/>
              </a:spcAft>
              <a:buClr>
                <a:schemeClr val="dk2"/>
              </a:buClr>
              <a:buSzPts val="3000"/>
              <a:buNone/>
              <a:defRPr sz="3000">
                <a:solidFill>
                  <a:schemeClr val="dk2"/>
                </a:solidFill>
              </a:defRPr>
            </a:lvl7pPr>
            <a:lvl8pPr lvl="7" rtl="0">
              <a:lnSpc>
                <a:spcPct val="90000"/>
              </a:lnSpc>
              <a:spcBef>
                <a:spcPts val="0"/>
              </a:spcBef>
              <a:spcAft>
                <a:spcPts val="0"/>
              </a:spcAft>
              <a:buClr>
                <a:schemeClr val="dk2"/>
              </a:buClr>
              <a:buSzPts val="3000"/>
              <a:buNone/>
              <a:defRPr sz="3000">
                <a:solidFill>
                  <a:schemeClr val="dk2"/>
                </a:solidFill>
              </a:defRPr>
            </a:lvl8pPr>
            <a:lvl9pPr lvl="8" rtl="0">
              <a:lnSpc>
                <a:spcPct val="90000"/>
              </a:lnSpc>
              <a:spcBef>
                <a:spcPts val="0"/>
              </a:spcBef>
              <a:spcAft>
                <a:spcPts val="0"/>
              </a:spcAft>
              <a:buClr>
                <a:schemeClr val="dk2"/>
              </a:buClr>
              <a:buSzPts val="3000"/>
              <a:buNone/>
              <a:defRPr sz="3000">
                <a:solidFill>
                  <a:schemeClr val="dk2"/>
                </a:solidFill>
              </a:defRPr>
            </a:lvl9pPr>
          </a:lstStyle>
          <a:p/>
        </p:txBody>
      </p:sp>
    </p:spTree>
  </p:cSld>
  <p:clrMapOvr>
    <a:masterClrMapping/>
  </p:clrMapOvr>
  <p:extLst>
    <p:ext uri="{DCECCB84-F9BA-43D5-87BE-67443E8EF086}">
      <p15:sldGuideLst>
        <p15:guide id="1" orient="horz" pos="394">
          <p15:clr>
            <a:srgbClr val="FA7B17"/>
          </p15:clr>
        </p15:guide>
        <p15:guide id="2" orient="horz" pos="1564">
          <p15:clr>
            <a:srgbClr val="FA7B17"/>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p:cSld name="TITLE_1_18_1_1_1_1_1_2_1_9_1">
    <p:bg>
      <p:bgPr>
        <a:solidFill>
          <a:schemeClr val="lt1"/>
        </a:solidFill>
      </p:bgPr>
    </p:bg>
    <p:spTree>
      <p:nvGrpSpPr>
        <p:cNvPr id="72" name="Shape 72"/>
        <p:cNvGrpSpPr/>
        <p:nvPr/>
      </p:nvGrpSpPr>
      <p:grpSpPr>
        <a:xfrm>
          <a:off x="0" y="0"/>
          <a:ext cx="0" cy="0"/>
          <a:chOff x="0" y="0"/>
          <a:chExt cx="0" cy="0"/>
        </a:xfrm>
      </p:grpSpPr>
      <p:sp>
        <p:nvSpPr>
          <p:cNvPr id="73" name="Google Shape;73;p17"/>
          <p:cNvSpPr txBox="1"/>
          <p:nvPr/>
        </p:nvSpPr>
        <p:spPr>
          <a:xfrm>
            <a:off x="476126" y="197393"/>
            <a:ext cx="644400" cy="2199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n" sz="500">
                <a:solidFill>
                  <a:schemeClr val="lt1"/>
                </a:solidFill>
                <a:latin typeface="Helvetica Neue"/>
                <a:ea typeface="Helvetica Neue"/>
                <a:cs typeface="Helvetica Neue"/>
                <a:sym typeface="Helvetica Neue"/>
              </a:rPr>
              <a:t>Media.Monks</a:t>
            </a:r>
            <a:endParaRPr sz="500">
              <a:solidFill>
                <a:schemeClr val="lt1"/>
              </a:solidFill>
              <a:latin typeface="Helvetica Neue"/>
              <a:ea typeface="Helvetica Neue"/>
              <a:cs typeface="Helvetica Neue"/>
              <a:sym typeface="Helvetica Neue"/>
            </a:endParaRPr>
          </a:p>
        </p:txBody>
      </p:sp>
      <p:sp>
        <p:nvSpPr>
          <p:cNvPr id="74" name="Google Shape;74;p17"/>
          <p:cNvSpPr txBox="1"/>
          <p:nvPr/>
        </p:nvSpPr>
        <p:spPr>
          <a:xfrm>
            <a:off x="6923010" y="197393"/>
            <a:ext cx="1188600" cy="219900"/>
          </a:xfrm>
          <a:prstGeom prst="rect">
            <a:avLst/>
          </a:prstGeom>
          <a:noFill/>
          <a:ln>
            <a:noFill/>
          </a:ln>
        </p:spPr>
        <p:txBody>
          <a:bodyPr anchorCtr="0" anchor="ctr" bIns="91425" lIns="91425" spcFirstLastPara="1" rIns="91425" wrap="square" tIns="91425">
            <a:noAutofit/>
          </a:bodyPr>
          <a:lstStyle/>
          <a:p>
            <a:pPr indent="0" lvl="0" marL="0" rtl="0" algn="r">
              <a:lnSpc>
                <a:spcPct val="150000"/>
              </a:lnSpc>
              <a:spcBef>
                <a:spcPts val="0"/>
              </a:spcBef>
              <a:spcAft>
                <a:spcPts val="0"/>
              </a:spcAft>
              <a:buNone/>
            </a:pPr>
            <a:r>
              <a:rPr lang="en" sz="500">
                <a:solidFill>
                  <a:schemeClr val="lt1"/>
                </a:solidFill>
                <a:latin typeface="Helvetica Neue"/>
                <a:ea typeface="Helvetica Neue"/>
                <a:cs typeface="Helvetica Neue"/>
                <a:sym typeface="Helvetica Neue"/>
              </a:rPr>
              <a:t>Proprietary &amp; Confidential</a:t>
            </a:r>
            <a:endParaRPr sz="500">
              <a:solidFill>
                <a:schemeClr val="lt1"/>
              </a:solidFill>
              <a:latin typeface="Helvetica Neue"/>
              <a:ea typeface="Helvetica Neue"/>
              <a:cs typeface="Helvetica Neue"/>
              <a:sym typeface="Helvetica Neue"/>
            </a:endParaRPr>
          </a:p>
        </p:txBody>
      </p:sp>
      <p:sp>
        <p:nvSpPr>
          <p:cNvPr id="75" name="Google Shape;75;p17"/>
          <p:cNvSpPr txBox="1"/>
          <p:nvPr/>
        </p:nvSpPr>
        <p:spPr>
          <a:xfrm>
            <a:off x="2196557" y="197400"/>
            <a:ext cx="1242000" cy="2199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t/>
            </a:r>
            <a:endParaRPr sz="500">
              <a:solidFill>
                <a:schemeClr val="lt1"/>
              </a:solidFill>
              <a:latin typeface="Helvetica Neue"/>
              <a:ea typeface="Helvetica Neue"/>
              <a:cs typeface="Helvetica Neue"/>
              <a:sym typeface="Helvetica Neue"/>
            </a:endParaRPr>
          </a:p>
        </p:txBody>
      </p:sp>
      <p:sp>
        <p:nvSpPr>
          <p:cNvPr id="76" name="Google Shape;76;p17"/>
          <p:cNvSpPr txBox="1"/>
          <p:nvPr/>
        </p:nvSpPr>
        <p:spPr>
          <a:xfrm>
            <a:off x="8373520" y="90642"/>
            <a:ext cx="369600" cy="393600"/>
          </a:xfrm>
          <a:prstGeom prst="rect">
            <a:avLst/>
          </a:prstGeom>
          <a:noFill/>
          <a:ln>
            <a:noFill/>
          </a:ln>
        </p:spPr>
        <p:txBody>
          <a:bodyPr anchorCtr="0" anchor="ctr" bIns="88475" lIns="88475" spcFirstLastPara="1" rIns="88475" wrap="square" tIns="88475">
            <a:noAutofit/>
          </a:bodyPr>
          <a:lstStyle/>
          <a:p>
            <a:pPr indent="0" lvl="0" marL="0" rtl="0" algn="ctr">
              <a:spcBef>
                <a:spcPts val="0"/>
              </a:spcBef>
              <a:spcAft>
                <a:spcPts val="0"/>
              </a:spcAft>
              <a:buNone/>
            </a:pPr>
            <a:fld id="{00000000-1234-1234-1234-123412341234}" type="slidenum">
              <a:rPr lang="en" sz="500">
                <a:solidFill>
                  <a:schemeClr val="lt1"/>
                </a:solidFill>
                <a:latin typeface="Helvetica Neue"/>
                <a:ea typeface="Helvetica Neue"/>
                <a:cs typeface="Helvetica Neue"/>
                <a:sym typeface="Helvetica Neue"/>
              </a:rPr>
              <a:t>‹#›</a:t>
            </a:fld>
            <a:endParaRPr sz="500">
              <a:solidFill>
                <a:schemeClr val="lt1"/>
              </a:solidFill>
              <a:latin typeface="Helvetica Neue"/>
              <a:ea typeface="Helvetica Neue"/>
              <a:cs typeface="Helvetica Neue"/>
              <a:sym typeface="Helvetica Neue"/>
            </a:endParaRPr>
          </a:p>
        </p:txBody>
      </p:sp>
      <p:sp>
        <p:nvSpPr>
          <p:cNvPr id="77" name="Google Shape;77;p17"/>
          <p:cNvSpPr txBox="1"/>
          <p:nvPr/>
        </p:nvSpPr>
        <p:spPr>
          <a:xfrm>
            <a:off x="476126" y="197393"/>
            <a:ext cx="644400" cy="2199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n" sz="500">
                <a:solidFill>
                  <a:srgbClr val="2D2D2D"/>
                </a:solidFill>
                <a:latin typeface="Helvetica Neue"/>
                <a:ea typeface="Helvetica Neue"/>
                <a:cs typeface="Helvetica Neue"/>
                <a:sym typeface="Helvetica Neue"/>
              </a:rPr>
              <a:t>Media.Monks</a:t>
            </a:r>
            <a:endParaRPr sz="500">
              <a:solidFill>
                <a:srgbClr val="2D2D2D"/>
              </a:solidFill>
              <a:latin typeface="Helvetica Neue"/>
              <a:ea typeface="Helvetica Neue"/>
              <a:cs typeface="Helvetica Neue"/>
              <a:sym typeface="Helvetica Neue"/>
            </a:endParaRPr>
          </a:p>
        </p:txBody>
      </p:sp>
      <p:sp>
        <p:nvSpPr>
          <p:cNvPr id="78" name="Google Shape;78;p17"/>
          <p:cNvSpPr txBox="1"/>
          <p:nvPr/>
        </p:nvSpPr>
        <p:spPr>
          <a:xfrm>
            <a:off x="6923010" y="197393"/>
            <a:ext cx="1188600" cy="219900"/>
          </a:xfrm>
          <a:prstGeom prst="rect">
            <a:avLst/>
          </a:prstGeom>
          <a:noFill/>
          <a:ln>
            <a:noFill/>
          </a:ln>
        </p:spPr>
        <p:txBody>
          <a:bodyPr anchorCtr="0" anchor="ctr" bIns="91425" lIns="91425" spcFirstLastPara="1" rIns="91425" wrap="square" tIns="91425">
            <a:noAutofit/>
          </a:bodyPr>
          <a:lstStyle/>
          <a:p>
            <a:pPr indent="0" lvl="0" marL="0" rtl="0" algn="r">
              <a:lnSpc>
                <a:spcPct val="150000"/>
              </a:lnSpc>
              <a:spcBef>
                <a:spcPts val="0"/>
              </a:spcBef>
              <a:spcAft>
                <a:spcPts val="0"/>
              </a:spcAft>
              <a:buNone/>
            </a:pPr>
            <a:r>
              <a:rPr lang="en" sz="500">
                <a:solidFill>
                  <a:srgbClr val="2D2D2D"/>
                </a:solidFill>
                <a:latin typeface="Helvetica Neue"/>
                <a:ea typeface="Helvetica Neue"/>
                <a:cs typeface="Helvetica Neue"/>
                <a:sym typeface="Helvetica Neue"/>
              </a:rPr>
              <a:t>Proprietary &amp; Confidential</a:t>
            </a:r>
            <a:endParaRPr sz="500">
              <a:solidFill>
                <a:srgbClr val="2D2D2D"/>
              </a:solidFill>
              <a:latin typeface="Helvetica Neue"/>
              <a:ea typeface="Helvetica Neue"/>
              <a:cs typeface="Helvetica Neue"/>
              <a:sym typeface="Helvetica Neue"/>
            </a:endParaRPr>
          </a:p>
        </p:txBody>
      </p:sp>
      <p:sp>
        <p:nvSpPr>
          <p:cNvPr id="79" name="Google Shape;79;p17"/>
          <p:cNvSpPr txBox="1"/>
          <p:nvPr/>
        </p:nvSpPr>
        <p:spPr>
          <a:xfrm>
            <a:off x="2196557" y="197400"/>
            <a:ext cx="1242000" cy="2199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sp>
        <p:nvSpPr>
          <p:cNvPr id="80" name="Google Shape;80;p17"/>
          <p:cNvSpPr txBox="1"/>
          <p:nvPr/>
        </p:nvSpPr>
        <p:spPr>
          <a:xfrm>
            <a:off x="8373520" y="90642"/>
            <a:ext cx="369600" cy="393600"/>
          </a:xfrm>
          <a:prstGeom prst="rect">
            <a:avLst/>
          </a:prstGeom>
          <a:noFill/>
          <a:ln>
            <a:noFill/>
          </a:ln>
        </p:spPr>
        <p:txBody>
          <a:bodyPr anchorCtr="0" anchor="ctr" bIns="88475" lIns="88475" spcFirstLastPara="1" rIns="88475" wrap="square" tIns="88475">
            <a:noAutofit/>
          </a:bodyPr>
          <a:lstStyle/>
          <a:p>
            <a:pPr indent="0" lvl="0" marL="0" rtl="0" algn="ctr">
              <a:spcBef>
                <a:spcPts val="0"/>
              </a:spcBef>
              <a:spcAft>
                <a:spcPts val="0"/>
              </a:spcAft>
              <a:buNone/>
            </a:pPr>
            <a:fld id="{00000000-1234-1234-1234-123412341234}" type="slidenum">
              <a:rPr lang="en" sz="500">
                <a:solidFill>
                  <a:srgbClr val="2D2D2D"/>
                </a:solidFill>
                <a:latin typeface="Helvetica Neue"/>
                <a:ea typeface="Helvetica Neue"/>
                <a:cs typeface="Helvetica Neue"/>
                <a:sym typeface="Helvetica Neue"/>
              </a:rPr>
              <a:t>‹#›</a:t>
            </a:fld>
            <a:endParaRPr sz="500">
              <a:solidFill>
                <a:srgbClr val="2D2D2D"/>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TITLE_1">
    <p:spTree>
      <p:nvGrpSpPr>
        <p:cNvPr id="81" name="Shape 81"/>
        <p:cNvGrpSpPr/>
        <p:nvPr/>
      </p:nvGrpSpPr>
      <p:grpSpPr>
        <a:xfrm>
          <a:off x="0" y="0"/>
          <a:ext cx="0" cy="0"/>
          <a:chOff x="0" y="0"/>
          <a:chExt cx="0" cy="0"/>
        </a:xfrm>
      </p:grpSpPr>
      <p:sp>
        <p:nvSpPr>
          <p:cNvPr id="82" name="Google Shape;82;p18"/>
          <p:cNvSpPr txBox="1"/>
          <p:nvPr/>
        </p:nvSpPr>
        <p:spPr>
          <a:xfrm>
            <a:off x="8680931" y="4788973"/>
            <a:ext cx="5484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b="1" lang="en" sz="600">
                <a:solidFill>
                  <a:srgbClr val="999999"/>
                </a:solidFill>
                <a:latin typeface="Montserrat"/>
                <a:ea typeface="Montserrat"/>
                <a:cs typeface="Montserrat"/>
                <a:sym typeface="Montserrat"/>
              </a:rPr>
              <a:t>‹#›</a:t>
            </a:fld>
            <a:endParaRPr b="1" sz="600">
              <a:solidFill>
                <a:srgbClr val="999999"/>
              </a:solidFill>
              <a:latin typeface="Montserrat"/>
              <a:ea typeface="Montserrat"/>
              <a:cs typeface="Montserrat"/>
              <a:sym typeface="Montserrat"/>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3" name="Shape 83"/>
        <p:cNvGrpSpPr/>
        <p:nvPr/>
      </p:nvGrpSpPr>
      <p:grpSpPr>
        <a:xfrm>
          <a:off x="0" y="0"/>
          <a:ext cx="0" cy="0"/>
          <a:chOff x="0" y="0"/>
          <a:chExt cx="0" cy="0"/>
        </a:xfrm>
      </p:grpSpPr>
      <p:sp>
        <p:nvSpPr>
          <p:cNvPr id="84" name="Google Shape;84;p19"/>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85" name="Google Shape;85;p19"/>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SzPts val="14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86" name="Google Shape;8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Grey">
  <p:cSld name="TITLE_1_18_1_1_1_1_1_2_1_9_2_1_2">
    <p:bg>
      <p:bgPr>
        <a:solidFill>
          <a:srgbClr val="F5F5F5"/>
        </a:solidFill>
      </p:bgPr>
    </p:bg>
    <p:spTree>
      <p:nvGrpSpPr>
        <p:cNvPr id="87" name="Shape 87"/>
        <p:cNvGrpSpPr/>
        <p:nvPr/>
      </p:nvGrpSpPr>
      <p:grpSpPr>
        <a:xfrm>
          <a:off x="0" y="0"/>
          <a:ext cx="0" cy="0"/>
          <a:chOff x="0" y="0"/>
          <a:chExt cx="0" cy="0"/>
        </a:xfrm>
      </p:grpSpPr>
      <p:sp>
        <p:nvSpPr>
          <p:cNvPr id="88" name="Google Shape;88;p20"/>
          <p:cNvSpPr txBox="1"/>
          <p:nvPr/>
        </p:nvSpPr>
        <p:spPr>
          <a:xfrm>
            <a:off x="476126" y="197393"/>
            <a:ext cx="644400" cy="2199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n" sz="500">
                <a:solidFill>
                  <a:srgbClr val="FFFFFF"/>
                </a:solidFill>
                <a:latin typeface="Helvetica Neue"/>
                <a:ea typeface="Helvetica Neue"/>
                <a:cs typeface="Helvetica Neue"/>
                <a:sym typeface="Helvetica Neue"/>
              </a:rPr>
              <a:t>Media.Monks</a:t>
            </a:r>
            <a:endParaRPr sz="500">
              <a:solidFill>
                <a:srgbClr val="FFFFFF"/>
              </a:solidFill>
              <a:latin typeface="Helvetica Neue"/>
              <a:ea typeface="Helvetica Neue"/>
              <a:cs typeface="Helvetica Neue"/>
              <a:sym typeface="Helvetica Neue"/>
            </a:endParaRPr>
          </a:p>
        </p:txBody>
      </p:sp>
      <p:sp>
        <p:nvSpPr>
          <p:cNvPr id="89" name="Google Shape;89;p20"/>
          <p:cNvSpPr txBox="1"/>
          <p:nvPr/>
        </p:nvSpPr>
        <p:spPr>
          <a:xfrm>
            <a:off x="6923010" y="197393"/>
            <a:ext cx="1188600" cy="219900"/>
          </a:xfrm>
          <a:prstGeom prst="rect">
            <a:avLst/>
          </a:prstGeom>
          <a:noFill/>
          <a:ln>
            <a:noFill/>
          </a:ln>
        </p:spPr>
        <p:txBody>
          <a:bodyPr anchorCtr="0" anchor="ctr" bIns="91425" lIns="91425" spcFirstLastPara="1" rIns="91425" wrap="square" tIns="91425">
            <a:noAutofit/>
          </a:bodyPr>
          <a:lstStyle/>
          <a:p>
            <a:pPr indent="0" lvl="0" marL="0" rtl="0" algn="r">
              <a:lnSpc>
                <a:spcPct val="150000"/>
              </a:lnSpc>
              <a:spcBef>
                <a:spcPts val="0"/>
              </a:spcBef>
              <a:spcAft>
                <a:spcPts val="0"/>
              </a:spcAft>
              <a:buNone/>
            </a:pPr>
            <a:r>
              <a:rPr lang="en" sz="500">
                <a:solidFill>
                  <a:srgbClr val="FFFFFF"/>
                </a:solidFill>
                <a:latin typeface="Helvetica Neue"/>
                <a:ea typeface="Helvetica Neue"/>
                <a:cs typeface="Helvetica Neue"/>
                <a:sym typeface="Helvetica Neue"/>
              </a:rPr>
              <a:t>Proprietary &amp; Confidential</a:t>
            </a:r>
            <a:endParaRPr sz="500">
              <a:solidFill>
                <a:srgbClr val="FFFFFF"/>
              </a:solidFill>
              <a:latin typeface="Helvetica Neue"/>
              <a:ea typeface="Helvetica Neue"/>
              <a:cs typeface="Helvetica Neue"/>
              <a:sym typeface="Helvetica Neue"/>
            </a:endParaRPr>
          </a:p>
        </p:txBody>
      </p:sp>
      <p:sp>
        <p:nvSpPr>
          <p:cNvPr id="90" name="Google Shape;90;p20"/>
          <p:cNvSpPr txBox="1"/>
          <p:nvPr/>
        </p:nvSpPr>
        <p:spPr>
          <a:xfrm>
            <a:off x="8373520" y="90642"/>
            <a:ext cx="369600" cy="393600"/>
          </a:xfrm>
          <a:prstGeom prst="rect">
            <a:avLst/>
          </a:prstGeom>
          <a:noFill/>
          <a:ln>
            <a:noFill/>
          </a:ln>
        </p:spPr>
        <p:txBody>
          <a:bodyPr anchorCtr="0" anchor="ctr" bIns="88475" lIns="88475" spcFirstLastPara="1" rIns="88475" wrap="square" tIns="88475">
            <a:noAutofit/>
          </a:bodyPr>
          <a:lstStyle/>
          <a:p>
            <a:pPr indent="0" lvl="0" marL="0" rtl="0" algn="ctr">
              <a:spcBef>
                <a:spcPts val="0"/>
              </a:spcBef>
              <a:spcAft>
                <a:spcPts val="0"/>
              </a:spcAft>
              <a:buNone/>
            </a:pPr>
            <a:fld id="{00000000-1234-1234-1234-123412341234}" type="slidenum">
              <a:rPr lang="en" sz="500">
                <a:solidFill>
                  <a:srgbClr val="FFFFFF"/>
                </a:solidFill>
                <a:latin typeface="Helvetica Neue"/>
                <a:ea typeface="Helvetica Neue"/>
                <a:cs typeface="Helvetica Neue"/>
                <a:sym typeface="Helvetica Neue"/>
              </a:rPr>
              <a:t>‹#›</a:t>
            </a:fld>
            <a:endParaRPr sz="500">
              <a:solidFill>
                <a:srgbClr val="FFFFFF"/>
              </a:solidFill>
              <a:latin typeface="Helvetica Neue"/>
              <a:ea typeface="Helvetica Neue"/>
              <a:cs typeface="Helvetica Neue"/>
              <a:sym typeface="Helvetica Neue"/>
            </a:endParaRPr>
          </a:p>
        </p:txBody>
      </p:sp>
      <p:sp>
        <p:nvSpPr>
          <p:cNvPr id="91" name="Google Shape;91;p20"/>
          <p:cNvSpPr txBox="1"/>
          <p:nvPr/>
        </p:nvSpPr>
        <p:spPr>
          <a:xfrm>
            <a:off x="476126" y="197393"/>
            <a:ext cx="644400" cy="2199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n" sz="500">
                <a:solidFill>
                  <a:srgbClr val="2D2D2D"/>
                </a:solidFill>
                <a:latin typeface="Helvetica Neue"/>
                <a:ea typeface="Helvetica Neue"/>
                <a:cs typeface="Helvetica Neue"/>
                <a:sym typeface="Helvetica Neue"/>
              </a:rPr>
              <a:t>Media.Monks</a:t>
            </a:r>
            <a:endParaRPr sz="500">
              <a:solidFill>
                <a:srgbClr val="2D2D2D"/>
              </a:solidFill>
              <a:latin typeface="Helvetica Neue"/>
              <a:ea typeface="Helvetica Neue"/>
              <a:cs typeface="Helvetica Neue"/>
              <a:sym typeface="Helvetica Neue"/>
            </a:endParaRPr>
          </a:p>
        </p:txBody>
      </p:sp>
      <p:sp>
        <p:nvSpPr>
          <p:cNvPr id="92" name="Google Shape;92;p20"/>
          <p:cNvSpPr txBox="1"/>
          <p:nvPr/>
        </p:nvSpPr>
        <p:spPr>
          <a:xfrm>
            <a:off x="6923010" y="197393"/>
            <a:ext cx="1188600" cy="219900"/>
          </a:xfrm>
          <a:prstGeom prst="rect">
            <a:avLst/>
          </a:prstGeom>
          <a:noFill/>
          <a:ln>
            <a:noFill/>
          </a:ln>
        </p:spPr>
        <p:txBody>
          <a:bodyPr anchorCtr="0" anchor="ctr" bIns="91425" lIns="91425" spcFirstLastPara="1" rIns="91425" wrap="square" tIns="91425">
            <a:noAutofit/>
          </a:bodyPr>
          <a:lstStyle/>
          <a:p>
            <a:pPr indent="0" lvl="0" marL="0" rtl="0" algn="r">
              <a:lnSpc>
                <a:spcPct val="150000"/>
              </a:lnSpc>
              <a:spcBef>
                <a:spcPts val="0"/>
              </a:spcBef>
              <a:spcAft>
                <a:spcPts val="0"/>
              </a:spcAft>
              <a:buNone/>
            </a:pPr>
            <a:r>
              <a:rPr lang="en" sz="500">
                <a:solidFill>
                  <a:srgbClr val="2D2D2D"/>
                </a:solidFill>
                <a:latin typeface="Helvetica Neue"/>
                <a:ea typeface="Helvetica Neue"/>
                <a:cs typeface="Helvetica Neue"/>
                <a:sym typeface="Helvetica Neue"/>
              </a:rPr>
              <a:t>Proprietary &amp; Confidential</a:t>
            </a:r>
            <a:endParaRPr sz="500">
              <a:solidFill>
                <a:srgbClr val="2D2D2D"/>
              </a:solidFill>
              <a:latin typeface="Helvetica Neue"/>
              <a:ea typeface="Helvetica Neue"/>
              <a:cs typeface="Helvetica Neue"/>
              <a:sym typeface="Helvetica Neue"/>
            </a:endParaRPr>
          </a:p>
        </p:txBody>
      </p:sp>
      <p:sp>
        <p:nvSpPr>
          <p:cNvPr id="93" name="Google Shape;93;p20"/>
          <p:cNvSpPr txBox="1"/>
          <p:nvPr/>
        </p:nvSpPr>
        <p:spPr>
          <a:xfrm>
            <a:off x="8373520" y="90642"/>
            <a:ext cx="369600" cy="393600"/>
          </a:xfrm>
          <a:prstGeom prst="rect">
            <a:avLst/>
          </a:prstGeom>
          <a:noFill/>
          <a:ln>
            <a:noFill/>
          </a:ln>
        </p:spPr>
        <p:txBody>
          <a:bodyPr anchorCtr="0" anchor="ctr" bIns="88475" lIns="88475" spcFirstLastPara="1" rIns="88475" wrap="square" tIns="88475">
            <a:noAutofit/>
          </a:bodyPr>
          <a:lstStyle/>
          <a:p>
            <a:pPr indent="0" lvl="0" marL="0" rtl="0" algn="ctr">
              <a:spcBef>
                <a:spcPts val="0"/>
              </a:spcBef>
              <a:spcAft>
                <a:spcPts val="0"/>
              </a:spcAft>
              <a:buNone/>
            </a:pPr>
            <a:fld id="{00000000-1234-1234-1234-123412341234}" type="slidenum">
              <a:rPr lang="en" sz="500">
                <a:solidFill>
                  <a:srgbClr val="2D2D2D"/>
                </a:solidFill>
                <a:latin typeface="Helvetica Neue"/>
                <a:ea typeface="Helvetica Neue"/>
                <a:cs typeface="Helvetica Neue"/>
                <a:sym typeface="Helvetica Neue"/>
              </a:rPr>
              <a:t>‹#›</a:t>
            </a:fld>
            <a:endParaRPr sz="500">
              <a:solidFill>
                <a:srgbClr val="2D2D2D"/>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Guides - OCX 14">
  <p:cSld name="TITLE_1_33">
    <p:spTree>
      <p:nvGrpSpPr>
        <p:cNvPr id="94" name="Shape 94"/>
        <p:cNvGrpSpPr/>
        <p:nvPr/>
      </p:nvGrpSpPr>
      <p:grpSpPr>
        <a:xfrm>
          <a:off x="0" y="0"/>
          <a:ext cx="0" cy="0"/>
          <a:chOff x="0" y="0"/>
          <a:chExt cx="0" cy="0"/>
        </a:xfrm>
      </p:grpSpPr>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22">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orient="horz" pos="2157">
          <p15:clr>
            <a:srgbClr val="FA7B17"/>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ream &amp; White - Column">
  <p:cSld name="TITLE_1_18_1_1_1_1_1_2_1_9_2_1_1_2_1_2">
    <p:bg>
      <p:bgPr>
        <a:solidFill>
          <a:schemeClr val="dk2"/>
        </a:solidFill>
      </p:bgPr>
    </p:bg>
    <p:spTree>
      <p:nvGrpSpPr>
        <p:cNvPr id="95" name="Shape 95"/>
        <p:cNvGrpSpPr/>
        <p:nvPr/>
      </p:nvGrpSpPr>
      <p:grpSpPr>
        <a:xfrm>
          <a:off x="0" y="0"/>
          <a:ext cx="0" cy="0"/>
          <a:chOff x="0" y="0"/>
          <a:chExt cx="0" cy="0"/>
        </a:xfrm>
      </p:grpSpPr>
      <p:sp>
        <p:nvSpPr>
          <p:cNvPr id="96" name="Google Shape;96;p22"/>
          <p:cNvSpPr/>
          <p:nvPr/>
        </p:nvSpPr>
        <p:spPr>
          <a:xfrm>
            <a:off x="1828795" y="250"/>
            <a:ext cx="18288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2"/>
          <p:cNvSpPr/>
          <p:nvPr/>
        </p:nvSpPr>
        <p:spPr>
          <a:xfrm>
            <a:off x="5486395" y="250"/>
            <a:ext cx="18288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8" name="Google Shape;98;p22"/>
          <p:cNvGrpSpPr/>
          <p:nvPr/>
        </p:nvGrpSpPr>
        <p:grpSpPr>
          <a:xfrm>
            <a:off x="279445" y="225271"/>
            <a:ext cx="8574994" cy="346800"/>
            <a:chOff x="279445" y="228475"/>
            <a:chExt cx="8574994" cy="346800"/>
          </a:xfrm>
        </p:grpSpPr>
        <p:sp>
          <p:nvSpPr>
            <p:cNvPr id="99" name="Google Shape;99;p22"/>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A49E96"/>
                  </a:solidFill>
                  <a:latin typeface="Helvetica Neue"/>
                  <a:ea typeface="Helvetica Neue"/>
                  <a:cs typeface="Helvetica Neue"/>
                  <a:sym typeface="Helvetica Neue"/>
                </a:rPr>
                <a:t>‹#›</a:t>
              </a:fld>
              <a:endParaRPr sz="500">
                <a:solidFill>
                  <a:srgbClr val="A49E9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A49E9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A49E96"/>
                </a:solidFill>
                <a:latin typeface="Helvetica Neue"/>
                <a:ea typeface="Helvetica Neue"/>
                <a:cs typeface="Helvetica Neue"/>
                <a:sym typeface="Helvetica Neue"/>
              </a:endParaRPr>
            </a:p>
          </p:txBody>
        </p:sp>
        <p:sp>
          <p:nvSpPr>
            <p:cNvPr id="100" name="Google Shape;100;p22"/>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A49E96"/>
                  </a:solidFill>
                  <a:latin typeface="Helvetica Neue"/>
                  <a:ea typeface="Helvetica Neue"/>
                  <a:cs typeface="Helvetica Neue"/>
                  <a:sym typeface="Helvetica Neue"/>
                </a:rPr>
                <a:t>Amazon</a:t>
              </a:r>
              <a:endParaRPr sz="500">
                <a:solidFill>
                  <a:srgbClr val="A49E96"/>
                </a:solidFill>
                <a:latin typeface="Helvetica Neue"/>
                <a:ea typeface="Helvetica Neue"/>
                <a:cs typeface="Helvetica Neue"/>
                <a:sym typeface="Helvetica Neue"/>
              </a:endParaRPr>
            </a:p>
          </p:txBody>
        </p:sp>
        <p:sp>
          <p:nvSpPr>
            <p:cNvPr id="101" name="Google Shape;101;p22"/>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A49E96"/>
                </a:solidFill>
                <a:latin typeface="Helvetica Neue"/>
                <a:ea typeface="Helvetica Neue"/>
                <a:cs typeface="Helvetica Neue"/>
                <a:sym typeface="Helvetica Neue"/>
              </a:endParaRPr>
            </a:p>
          </p:txBody>
        </p:sp>
        <p:sp>
          <p:nvSpPr>
            <p:cNvPr id="102" name="Google Shape;102;p22"/>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A49E96"/>
                  </a:solidFill>
                  <a:latin typeface="Helvetica Neue"/>
                  <a:ea typeface="Helvetica Neue"/>
                  <a:cs typeface="Helvetica Neue"/>
                  <a:sym typeface="Helvetica Neue"/>
                </a:rPr>
                <a:t>Meta.Monks | Proprietary &amp; Confidential</a:t>
              </a:r>
              <a:endParaRPr sz="500">
                <a:solidFill>
                  <a:srgbClr val="A49E9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A49E96"/>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Tinted Green">
  <p:cSld name="TITLE_1_18_1_1_1_1_1_2_1_9_1_1_1_1_1_1_1_1_1">
    <p:bg>
      <p:bgPr>
        <a:solidFill>
          <a:srgbClr val="002838"/>
        </a:solidFill>
      </p:bgPr>
    </p:bg>
    <p:spTree>
      <p:nvGrpSpPr>
        <p:cNvPr id="103" name="Shape 103"/>
        <p:cNvGrpSpPr/>
        <p:nvPr/>
      </p:nvGrpSpPr>
      <p:grpSpPr>
        <a:xfrm>
          <a:off x="0" y="0"/>
          <a:ext cx="0" cy="0"/>
          <a:chOff x="0" y="0"/>
          <a:chExt cx="0" cy="0"/>
        </a:xfrm>
      </p:grpSpPr>
      <p:grpSp>
        <p:nvGrpSpPr>
          <p:cNvPr id="104" name="Google Shape;104;p23"/>
          <p:cNvGrpSpPr/>
          <p:nvPr/>
        </p:nvGrpSpPr>
        <p:grpSpPr>
          <a:xfrm>
            <a:off x="279445" y="4857271"/>
            <a:ext cx="8574994" cy="346800"/>
            <a:chOff x="279445" y="228475"/>
            <a:chExt cx="8574994" cy="346800"/>
          </a:xfrm>
        </p:grpSpPr>
        <p:sp>
          <p:nvSpPr>
            <p:cNvPr id="105" name="Google Shape;105;p23"/>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chemeClr val="lt1"/>
                  </a:solidFill>
                  <a:latin typeface="Helvetica Neue"/>
                  <a:ea typeface="Helvetica Neue"/>
                  <a:cs typeface="Helvetica Neue"/>
                  <a:sym typeface="Helvetica Neue"/>
                </a:rPr>
                <a:t>Proprietary &amp; Confidential</a:t>
              </a:r>
              <a:endParaRPr sz="500">
                <a:solidFill>
                  <a:schemeClr val="lt1"/>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chemeClr val="lt1"/>
                </a:solidFill>
                <a:latin typeface="Helvetica Neue"/>
                <a:ea typeface="Helvetica Neue"/>
                <a:cs typeface="Helvetica Neue"/>
                <a:sym typeface="Helvetica Neue"/>
              </a:endParaRPr>
            </a:p>
          </p:txBody>
        </p:sp>
        <p:sp>
          <p:nvSpPr>
            <p:cNvPr id="106" name="Google Shape;106;p23"/>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chemeClr val="lt1"/>
                  </a:solidFill>
                  <a:latin typeface="Helvetica Neue"/>
                  <a:ea typeface="Helvetica Neue"/>
                  <a:cs typeface="Helvetica Neue"/>
                  <a:sym typeface="Helvetica Neue"/>
                </a:rPr>
                <a:t>‹#›</a:t>
              </a:fld>
              <a:endParaRPr sz="500">
                <a:solidFill>
                  <a:schemeClr val="lt1"/>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chemeClr val="lt1"/>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chemeClr val="lt1"/>
                </a:solidFill>
                <a:latin typeface="Helvetica Neue"/>
                <a:ea typeface="Helvetica Neue"/>
                <a:cs typeface="Helvetica Neue"/>
                <a:sym typeface="Helvetica Neue"/>
              </a:endParaRPr>
            </a:p>
          </p:txBody>
        </p:sp>
        <p:sp>
          <p:nvSpPr>
            <p:cNvPr id="107" name="Google Shape;107;p23"/>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chemeClr val="lt1"/>
                  </a:solidFill>
                  <a:latin typeface="Helvetica Neue"/>
                  <a:ea typeface="Helvetica Neue"/>
                  <a:cs typeface="Helvetica Neue"/>
                  <a:sym typeface="Helvetica Neue"/>
                </a:rPr>
                <a:t>Monks</a:t>
              </a:r>
              <a:endParaRPr sz="500">
                <a:solidFill>
                  <a:schemeClr val="lt1"/>
                </a:solidFill>
                <a:latin typeface="Helvetica Neue"/>
                <a:ea typeface="Helvetica Neue"/>
                <a:cs typeface="Helvetica Neue"/>
                <a:sym typeface="Helvetica Neue"/>
              </a:endParaRPr>
            </a:p>
          </p:txBody>
        </p:sp>
        <p:sp>
          <p:nvSpPr>
            <p:cNvPr id="108" name="Google Shape;108;p23"/>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chemeClr val="lt1"/>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0">
          <p15:clr>
            <a:srgbClr val="FA7B17"/>
          </p15:clr>
        </p15:guide>
        <p15:guide id="8" orient="horz" pos="2520">
          <p15:clr>
            <a:srgbClr val="FA7B17"/>
          </p15:clr>
        </p15:guide>
        <p15:guide id="9" orient="horz" pos="2879">
          <p15:clr>
            <a:srgbClr val="FA7B17"/>
          </p15:clr>
        </p15:guide>
        <p15:guide id="10" orient="horz" pos="360">
          <p15:clr>
            <a:srgbClr val="FA7B17"/>
          </p15:clr>
        </p15:guide>
        <p15:guide id="11" pos="5040">
          <p15:clr>
            <a:srgbClr val="FA7B17"/>
          </p15:clr>
        </p15:guide>
        <p15:guide id="12" pos="5400">
          <p15:clr>
            <a:srgbClr val="FA7B17"/>
          </p15:clr>
        </p15:guide>
        <p15:guide id="13" pos="179">
          <p15:clr>
            <a:srgbClr val="FA7B17"/>
          </p15:clr>
        </p15:guide>
        <p15:guide id="14" orient="horz" pos="1620">
          <p15:clr>
            <a:srgbClr val="FA7B17"/>
          </p15:clr>
        </p15:guide>
        <p15:guide id="15" pos="540">
          <p15:clr>
            <a:srgbClr val="FA7B17"/>
          </p15:clr>
        </p15:guide>
        <p15:guide id="16" orient="horz" pos="540">
          <p15:clr>
            <a:srgbClr val="FA7B17"/>
          </p15:clr>
        </p15:guide>
        <p15:guide id="17" orient="horz" pos="180">
          <p15:clr>
            <a:srgbClr val="FA7B17"/>
          </p15:clr>
        </p15:guide>
        <p15:guide id="18" orient="horz" pos="3060">
          <p15:clr>
            <a:srgbClr val="FA7B17"/>
          </p15:clr>
        </p15:guide>
        <p15:guide id="19" orient="horz" pos="2700">
          <p15:clr>
            <a:srgbClr val="FA7B17"/>
          </p15:clr>
        </p15:guide>
        <p15:guide id="20" pos="5223">
          <p15:clr>
            <a:srgbClr val="FA7B17"/>
          </p15:clr>
        </p15:guide>
        <p15:guide id="21" pos="5581">
          <p15:clr>
            <a:srgbClr val="FA7B17"/>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Pastel Tan">
  <p:cSld name="TITLE_1_18_1_1_1_1_1_2_1_9_1_2">
    <p:bg>
      <p:bgPr>
        <a:solidFill>
          <a:schemeClr val="lt1"/>
        </a:solidFill>
      </p:bgPr>
    </p:bg>
    <p:spTree>
      <p:nvGrpSpPr>
        <p:cNvPr id="109" name="Shape 109"/>
        <p:cNvGrpSpPr/>
        <p:nvPr/>
      </p:nvGrpSpPr>
      <p:grpSpPr>
        <a:xfrm>
          <a:off x="0" y="0"/>
          <a:ext cx="0" cy="0"/>
          <a:chOff x="0" y="0"/>
          <a:chExt cx="0" cy="0"/>
        </a:xfrm>
      </p:grpSpPr>
      <p:grpSp>
        <p:nvGrpSpPr>
          <p:cNvPr id="110" name="Google Shape;110;p24"/>
          <p:cNvGrpSpPr/>
          <p:nvPr/>
        </p:nvGrpSpPr>
        <p:grpSpPr>
          <a:xfrm>
            <a:off x="279445" y="225271"/>
            <a:ext cx="8574994" cy="346800"/>
            <a:chOff x="279445" y="228475"/>
            <a:chExt cx="8574994" cy="346800"/>
          </a:xfrm>
        </p:grpSpPr>
        <p:sp>
          <p:nvSpPr>
            <p:cNvPr id="111" name="Google Shape;111;p24"/>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chemeClr val="dk1"/>
                  </a:solidFill>
                  <a:latin typeface="Helvetica Neue"/>
                  <a:ea typeface="Helvetica Neue"/>
                  <a:cs typeface="Helvetica Neue"/>
                  <a:sym typeface="Helvetica Neue"/>
                </a:rPr>
                <a:t>Proprietary &amp; Confidential</a:t>
              </a:r>
              <a:endParaRPr sz="500">
                <a:solidFill>
                  <a:schemeClr val="dk1"/>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chemeClr val="dk1"/>
                </a:solidFill>
                <a:latin typeface="Helvetica Neue"/>
                <a:ea typeface="Helvetica Neue"/>
                <a:cs typeface="Helvetica Neue"/>
                <a:sym typeface="Helvetica Neue"/>
              </a:endParaRPr>
            </a:p>
          </p:txBody>
        </p:sp>
        <p:sp>
          <p:nvSpPr>
            <p:cNvPr id="112" name="Google Shape;112;p24"/>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chemeClr val="dk1"/>
                  </a:solidFill>
                  <a:latin typeface="Helvetica Neue"/>
                  <a:ea typeface="Helvetica Neue"/>
                  <a:cs typeface="Helvetica Neue"/>
                  <a:sym typeface="Helvetica Neue"/>
                </a:rPr>
                <a:t>‹#›</a:t>
              </a:fld>
              <a:endParaRPr sz="500">
                <a:solidFill>
                  <a:schemeClr val="dk1"/>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chemeClr val="dk1"/>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chemeClr val="dk1"/>
                </a:solidFill>
                <a:latin typeface="Helvetica Neue"/>
                <a:ea typeface="Helvetica Neue"/>
                <a:cs typeface="Helvetica Neue"/>
                <a:sym typeface="Helvetica Neue"/>
              </a:endParaRPr>
            </a:p>
          </p:txBody>
        </p:sp>
        <p:sp>
          <p:nvSpPr>
            <p:cNvPr id="113" name="Google Shape;113;p24"/>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chemeClr val="dk1"/>
                  </a:solidFill>
                  <a:latin typeface="Helvetica Neue"/>
                  <a:ea typeface="Helvetica Neue"/>
                  <a:cs typeface="Helvetica Neue"/>
                  <a:sym typeface="Helvetica Neue"/>
                </a:rPr>
                <a:t>Monks</a:t>
              </a:r>
              <a:endParaRPr sz="500">
                <a:solidFill>
                  <a:schemeClr val="dk1"/>
                </a:solidFill>
                <a:latin typeface="Helvetica Neue"/>
                <a:ea typeface="Helvetica Neue"/>
                <a:cs typeface="Helvetica Neue"/>
                <a:sym typeface="Helvetica Neue"/>
              </a:endParaRPr>
            </a:p>
          </p:txBody>
        </p:sp>
        <p:sp>
          <p:nvSpPr>
            <p:cNvPr id="114" name="Google Shape;114;p24"/>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chemeClr val="dk1"/>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0">
          <p15:clr>
            <a:srgbClr val="FA7B17"/>
          </p15:clr>
        </p15:guide>
        <p15:guide id="8" orient="horz" pos="2520">
          <p15:clr>
            <a:srgbClr val="FA7B17"/>
          </p15:clr>
        </p15:guide>
        <p15:guide id="9" orient="horz" pos="2879">
          <p15:clr>
            <a:srgbClr val="FA7B17"/>
          </p15:clr>
        </p15:guide>
        <p15:guide id="10" orient="horz" pos="360">
          <p15:clr>
            <a:srgbClr val="FA7B17"/>
          </p15:clr>
        </p15:guide>
        <p15:guide id="11" pos="5040">
          <p15:clr>
            <a:srgbClr val="FA7B17"/>
          </p15:clr>
        </p15:guide>
        <p15:guide id="12" pos="5400">
          <p15:clr>
            <a:srgbClr val="FA7B17"/>
          </p15:clr>
        </p15:guide>
        <p15:guide id="13" pos="179">
          <p15:clr>
            <a:srgbClr val="FA7B17"/>
          </p15:clr>
        </p15:guide>
        <p15:guide id="14" orient="horz" pos="1620">
          <p15:clr>
            <a:srgbClr val="FA7B17"/>
          </p15:clr>
        </p15:guide>
        <p15:guide id="15" pos="540">
          <p15:clr>
            <a:srgbClr val="FA7B17"/>
          </p15:clr>
        </p15:guide>
        <p15:guide id="16" orient="horz" pos="540">
          <p15:clr>
            <a:srgbClr val="FA7B17"/>
          </p15:clr>
        </p15:guide>
        <p15:guide id="17" orient="horz" pos="180">
          <p15:clr>
            <a:srgbClr val="FA7B17"/>
          </p15:clr>
        </p15:guide>
        <p15:guide id="18" orient="horz" pos="3060">
          <p15:clr>
            <a:srgbClr val="FA7B17"/>
          </p15:clr>
        </p15:guide>
        <p15:guide id="19" orient="horz" pos="2700">
          <p15:clr>
            <a:srgbClr val="FA7B17"/>
          </p15:clr>
        </p15:guide>
        <p15:guide id="20" pos="5223">
          <p15:clr>
            <a:srgbClr val="FA7B17"/>
          </p15:clr>
        </p15:guide>
        <p15:guide id="21" pos="5581">
          <p15:clr>
            <a:srgbClr val="FA7B17"/>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4">
  <p:cSld name="TITLE_4">
    <p:spTree>
      <p:nvGrpSpPr>
        <p:cNvPr id="115" name="Shape 115"/>
        <p:cNvGrpSpPr/>
        <p:nvPr/>
      </p:nvGrpSpPr>
      <p:grpSpPr>
        <a:xfrm>
          <a:off x="0" y="0"/>
          <a:ext cx="0" cy="0"/>
          <a:chOff x="0" y="0"/>
          <a:chExt cx="0" cy="0"/>
        </a:xfrm>
      </p:grpSpPr>
      <p:sp>
        <p:nvSpPr>
          <p:cNvPr id="116" name="Google Shape;116;p2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117" name="Google Shape;117;p25"/>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18" name="Google Shape;118;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5">
  <p:cSld name="TITLE_5">
    <p:spTree>
      <p:nvGrpSpPr>
        <p:cNvPr id="119" name="Shape 119"/>
        <p:cNvGrpSpPr/>
        <p:nvPr/>
      </p:nvGrpSpPr>
      <p:grpSpPr>
        <a:xfrm>
          <a:off x="0" y="0"/>
          <a:ext cx="0" cy="0"/>
          <a:chOff x="0" y="0"/>
          <a:chExt cx="0" cy="0"/>
        </a:xfrm>
      </p:grpSpPr>
      <p:sp>
        <p:nvSpPr>
          <p:cNvPr id="120" name="Google Shape;120;p2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121" name="Google Shape;121;p26"/>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2" name="Google Shape;122;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6">
  <p:cSld name="TITLE_6">
    <p:spTree>
      <p:nvGrpSpPr>
        <p:cNvPr id="123" name="Shape 123"/>
        <p:cNvGrpSpPr/>
        <p:nvPr/>
      </p:nvGrpSpPr>
      <p:grpSpPr>
        <a:xfrm>
          <a:off x="0" y="0"/>
          <a:ext cx="0" cy="0"/>
          <a:chOff x="0" y="0"/>
          <a:chExt cx="0" cy="0"/>
        </a:xfrm>
      </p:grpSpPr>
      <p:sp>
        <p:nvSpPr>
          <p:cNvPr id="124" name="Google Shape;124;p2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125" name="Google Shape;125;p27"/>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6" name="Google Shape;126;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or 3">
  <p:cSld name="TITLE_1_18_1_1_1_1_1_2_1_2_1_2_1_1">
    <p:bg>
      <p:bgPr>
        <a:solidFill>
          <a:schemeClr val="accent2"/>
        </a:solidFill>
      </p:bgPr>
    </p:bg>
    <p:spTree>
      <p:nvGrpSpPr>
        <p:cNvPr id="127" name="Shape 127"/>
        <p:cNvGrpSpPr/>
        <p:nvPr/>
      </p:nvGrpSpPr>
      <p:grpSpPr>
        <a:xfrm>
          <a:off x="0" y="0"/>
          <a:ext cx="0" cy="0"/>
          <a:chOff x="0" y="0"/>
          <a:chExt cx="0" cy="0"/>
        </a:xfrm>
      </p:grpSpPr>
      <p:sp>
        <p:nvSpPr>
          <p:cNvPr id="128" name="Google Shape;128;p28"/>
          <p:cNvSpPr txBox="1"/>
          <p:nvPr/>
        </p:nvSpPr>
        <p:spPr>
          <a:xfrm>
            <a:off x="6923010" y="4853948"/>
            <a:ext cx="1188600" cy="219900"/>
          </a:xfrm>
          <a:prstGeom prst="rect">
            <a:avLst/>
          </a:prstGeom>
          <a:noFill/>
          <a:ln>
            <a:noFill/>
          </a:ln>
        </p:spPr>
        <p:txBody>
          <a:bodyPr anchorCtr="0" anchor="ctr" bIns="91425" lIns="91425" spcFirstLastPara="1" rIns="91425" wrap="square" tIns="91425">
            <a:noAutofit/>
          </a:bodyPr>
          <a:lstStyle/>
          <a:p>
            <a:pPr indent="0" lvl="0" marL="0" rtl="0" algn="r">
              <a:lnSpc>
                <a:spcPct val="150000"/>
              </a:lnSpc>
              <a:spcBef>
                <a:spcPts val="0"/>
              </a:spcBef>
              <a:spcAft>
                <a:spcPts val="0"/>
              </a:spcAft>
              <a:buNone/>
            </a:pPr>
            <a:r>
              <a:rPr lang="en" sz="500">
                <a:solidFill>
                  <a:srgbClr val="2D2D2D"/>
                </a:solidFill>
                <a:latin typeface="Helvetica Neue"/>
                <a:ea typeface="Helvetica Neue"/>
                <a:cs typeface="Helvetica Neue"/>
                <a:sym typeface="Helvetica Neue"/>
              </a:rPr>
              <a:t>Proprietary &amp; Confidential</a:t>
            </a:r>
            <a:endParaRPr sz="500">
              <a:solidFill>
                <a:srgbClr val="2D2D2D"/>
              </a:solidFill>
              <a:latin typeface="Helvetica Neue"/>
              <a:ea typeface="Helvetica Neue"/>
              <a:cs typeface="Helvetica Neue"/>
              <a:sym typeface="Helvetica Neue"/>
            </a:endParaRPr>
          </a:p>
        </p:txBody>
      </p:sp>
      <p:sp>
        <p:nvSpPr>
          <p:cNvPr id="129" name="Google Shape;129;p28"/>
          <p:cNvSpPr txBox="1"/>
          <p:nvPr/>
        </p:nvSpPr>
        <p:spPr>
          <a:xfrm>
            <a:off x="8373520" y="4747197"/>
            <a:ext cx="369600" cy="393600"/>
          </a:xfrm>
          <a:prstGeom prst="rect">
            <a:avLst/>
          </a:prstGeom>
          <a:noFill/>
          <a:ln>
            <a:noFill/>
          </a:ln>
        </p:spPr>
        <p:txBody>
          <a:bodyPr anchorCtr="0" anchor="ctr" bIns="88475" lIns="88475" spcFirstLastPara="1" rIns="88475" wrap="square" tIns="88475">
            <a:noAutofit/>
          </a:bodyPr>
          <a:lstStyle/>
          <a:p>
            <a:pPr indent="0" lvl="0" marL="0" rtl="0" algn="ctr">
              <a:spcBef>
                <a:spcPts val="0"/>
              </a:spcBef>
              <a:spcAft>
                <a:spcPts val="0"/>
              </a:spcAft>
              <a:buNone/>
            </a:pPr>
            <a:fld id="{00000000-1234-1234-1234-123412341234}" type="slidenum">
              <a:rPr lang="en" sz="500">
                <a:solidFill>
                  <a:srgbClr val="2D2D2D"/>
                </a:solidFill>
                <a:latin typeface="Helvetica Neue"/>
                <a:ea typeface="Helvetica Neue"/>
                <a:cs typeface="Helvetica Neue"/>
                <a:sym typeface="Helvetica Neue"/>
              </a:rPr>
              <a:t>‹#›</a:t>
            </a:fld>
            <a:endParaRPr sz="500">
              <a:solidFill>
                <a:srgbClr val="2D2D2D"/>
              </a:solidFill>
              <a:latin typeface="Helvetica Neue"/>
              <a:ea typeface="Helvetica Neue"/>
              <a:cs typeface="Helvetica Neue"/>
              <a:sym typeface="Helvetica Neue"/>
            </a:endParaRPr>
          </a:p>
        </p:txBody>
      </p:sp>
      <p:sp>
        <p:nvSpPr>
          <p:cNvPr id="130" name="Google Shape;130;p28"/>
          <p:cNvSpPr txBox="1"/>
          <p:nvPr/>
        </p:nvSpPr>
        <p:spPr>
          <a:xfrm>
            <a:off x="476126" y="4853948"/>
            <a:ext cx="644400" cy="2199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n" sz="500">
                <a:solidFill>
                  <a:schemeClr val="dk1"/>
                </a:solidFill>
                <a:latin typeface="Helvetica Neue"/>
                <a:ea typeface="Helvetica Neue"/>
                <a:cs typeface="Helvetica Neue"/>
                <a:sym typeface="Helvetica Neue"/>
              </a:rPr>
              <a:t>Media.Monks</a:t>
            </a:r>
            <a:endParaRPr sz="500">
              <a:solidFill>
                <a:schemeClr val="dk1"/>
              </a:solidFill>
              <a:latin typeface="Helvetica Neue"/>
              <a:ea typeface="Helvetica Neue"/>
              <a:cs typeface="Helvetica Neue"/>
              <a:sym typeface="Helvetica Neue"/>
            </a:endParaRPr>
          </a:p>
        </p:txBody>
      </p:sp>
      <p:sp>
        <p:nvSpPr>
          <p:cNvPr id="131" name="Google Shape;131;p28"/>
          <p:cNvSpPr txBox="1"/>
          <p:nvPr/>
        </p:nvSpPr>
        <p:spPr>
          <a:xfrm>
            <a:off x="2196557" y="4853955"/>
            <a:ext cx="1242000" cy="2199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n" sz="500">
                <a:solidFill>
                  <a:schemeClr val="dk1"/>
                </a:solidFill>
                <a:latin typeface="Helvetica Neue"/>
                <a:ea typeface="Helvetica Neue"/>
                <a:cs typeface="Helvetica Neue"/>
                <a:sym typeface="Helvetica Neue"/>
              </a:rPr>
              <a:t>Amazon</a:t>
            </a:r>
            <a:endParaRPr sz="500">
              <a:solidFill>
                <a:schemeClr val="dk1"/>
              </a:solidFill>
              <a:latin typeface="Helvetica Neue"/>
              <a:ea typeface="Helvetica Neue"/>
              <a:cs typeface="Helvetica Neue"/>
              <a:sym typeface="Helvetica Neue"/>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5">
  <p:cSld name="TITLE_1_18_1_1_1_1_1_2_1_9_2">
    <p:bg>
      <p:bgPr>
        <a:solidFill>
          <a:srgbClr val="1A1A1A"/>
        </a:solidFill>
      </p:bgPr>
    </p:bg>
    <p:spTree>
      <p:nvGrpSpPr>
        <p:cNvPr id="132" name="Shape 132"/>
        <p:cNvGrpSpPr/>
        <p:nvPr/>
      </p:nvGrpSpPr>
      <p:grpSpPr>
        <a:xfrm>
          <a:off x="0" y="0"/>
          <a:ext cx="0" cy="0"/>
          <a:chOff x="0" y="0"/>
          <a:chExt cx="0" cy="0"/>
        </a:xfrm>
      </p:grpSpPr>
      <p:sp>
        <p:nvSpPr>
          <p:cNvPr id="133" name="Google Shape;133;p29"/>
          <p:cNvSpPr txBox="1"/>
          <p:nvPr/>
        </p:nvSpPr>
        <p:spPr>
          <a:xfrm>
            <a:off x="476126" y="197393"/>
            <a:ext cx="644400" cy="2199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n" sz="500">
                <a:solidFill>
                  <a:schemeClr val="lt1"/>
                </a:solidFill>
                <a:latin typeface="Helvetica Neue"/>
                <a:ea typeface="Helvetica Neue"/>
                <a:cs typeface="Helvetica Neue"/>
                <a:sym typeface="Helvetica Neue"/>
              </a:rPr>
              <a:t>Monks</a:t>
            </a:r>
            <a:endParaRPr sz="500">
              <a:solidFill>
                <a:schemeClr val="lt1"/>
              </a:solidFill>
              <a:latin typeface="Helvetica Neue"/>
              <a:ea typeface="Helvetica Neue"/>
              <a:cs typeface="Helvetica Neue"/>
              <a:sym typeface="Helvetica Neue"/>
            </a:endParaRPr>
          </a:p>
        </p:txBody>
      </p:sp>
      <p:sp>
        <p:nvSpPr>
          <p:cNvPr id="134" name="Google Shape;134;p29"/>
          <p:cNvSpPr txBox="1"/>
          <p:nvPr/>
        </p:nvSpPr>
        <p:spPr>
          <a:xfrm>
            <a:off x="6923010" y="197393"/>
            <a:ext cx="1188600" cy="219900"/>
          </a:xfrm>
          <a:prstGeom prst="rect">
            <a:avLst/>
          </a:prstGeom>
          <a:noFill/>
          <a:ln>
            <a:noFill/>
          </a:ln>
        </p:spPr>
        <p:txBody>
          <a:bodyPr anchorCtr="0" anchor="ctr" bIns="91425" lIns="91425" spcFirstLastPara="1" rIns="91425" wrap="square" tIns="91425">
            <a:noAutofit/>
          </a:bodyPr>
          <a:lstStyle/>
          <a:p>
            <a:pPr indent="0" lvl="0" marL="0" rtl="0" algn="r">
              <a:lnSpc>
                <a:spcPct val="150000"/>
              </a:lnSpc>
              <a:spcBef>
                <a:spcPts val="0"/>
              </a:spcBef>
              <a:spcAft>
                <a:spcPts val="0"/>
              </a:spcAft>
              <a:buNone/>
            </a:pPr>
            <a:r>
              <a:rPr lang="en" sz="500">
                <a:solidFill>
                  <a:schemeClr val="lt1"/>
                </a:solidFill>
                <a:latin typeface="Helvetica Neue"/>
                <a:ea typeface="Helvetica Neue"/>
                <a:cs typeface="Helvetica Neue"/>
                <a:sym typeface="Helvetica Neue"/>
              </a:rPr>
              <a:t>Proprietary &amp; Confidential</a:t>
            </a:r>
            <a:endParaRPr sz="500">
              <a:solidFill>
                <a:schemeClr val="lt1"/>
              </a:solidFill>
              <a:latin typeface="Helvetica Neue"/>
              <a:ea typeface="Helvetica Neue"/>
              <a:cs typeface="Helvetica Neue"/>
              <a:sym typeface="Helvetica Neue"/>
            </a:endParaRPr>
          </a:p>
        </p:txBody>
      </p:sp>
      <p:sp>
        <p:nvSpPr>
          <p:cNvPr id="135" name="Google Shape;135;p29"/>
          <p:cNvSpPr txBox="1"/>
          <p:nvPr/>
        </p:nvSpPr>
        <p:spPr>
          <a:xfrm>
            <a:off x="2196557" y="197400"/>
            <a:ext cx="1242000" cy="2199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t/>
            </a:r>
            <a:endParaRPr sz="500">
              <a:solidFill>
                <a:schemeClr val="lt1"/>
              </a:solidFill>
              <a:latin typeface="Helvetica Neue"/>
              <a:ea typeface="Helvetica Neue"/>
              <a:cs typeface="Helvetica Neue"/>
              <a:sym typeface="Helvetica Neue"/>
            </a:endParaRPr>
          </a:p>
        </p:txBody>
      </p:sp>
      <p:sp>
        <p:nvSpPr>
          <p:cNvPr id="136" name="Google Shape;136;p29"/>
          <p:cNvSpPr txBox="1"/>
          <p:nvPr/>
        </p:nvSpPr>
        <p:spPr>
          <a:xfrm>
            <a:off x="8373520" y="90642"/>
            <a:ext cx="369600" cy="393600"/>
          </a:xfrm>
          <a:prstGeom prst="rect">
            <a:avLst/>
          </a:prstGeom>
          <a:noFill/>
          <a:ln>
            <a:noFill/>
          </a:ln>
        </p:spPr>
        <p:txBody>
          <a:bodyPr anchorCtr="0" anchor="ctr" bIns="88475" lIns="88475" spcFirstLastPara="1" rIns="88475" wrap="square" tIns="88475">
            <a:noAutofit/>
          </a:bodyPr>
          <a:lstStyle/>
          <a:p>
            <a:pPr indent="0" lvl="0" marL="0" rtl="0" algn="ctr">
              <a:spcBef>
                <a:spcPts val="0"/>
              </a:spcBef>
              <a:spcAft>
                <a:spcPts val="0"/>
              </a:spcAft>
              <a:buNone/>
            </a:pPr>
            <a:fld id="{00000000-1234-1234-1234-123412341234}" type="slidenum">
              <a:rPr lang="en" sz="500">
                <a:solidFill>
                  <a:schemeClr val="lt1"/>
                </a:solidFill>
                <a:latin typeface="Helvetica Neue"/>
                <a:ea typeface="Helvetica Neue"/>
                <a:cs typeface="Helvetica Neue"/>
                <a:sym typeface="Helvetica Neue"/>
              </a:rPr>
              <a:t>‹#›</a:t>
            </a:fld>
            <a:endParaRPr sz="500">
              <a:solidFill>
                <a:schemeClr val="lt1"/>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ream w/ Header">
  <p:cSld name="TITLE_1_18_1_1_1_1_1_2_1_9_2_1_1">
    <p:bg>
      <p:bgPr>
        <a:solidFill>
          <a:schemeClr val="dk2"/>
        </a:solidFill>
      </p:bgPr>
    </p:bg>
    <p:spTree>
      <p:nvGrpSpPr>
        <p:cNvPr id="139" name="Shape 139"/>
        <p:cNvGrpSpPr/>
        <p:nvPr/>
      </p:nvGrpSpPr>
      <p:grpSpPr>
        <a:xfrm>
          <a:off x="0" y="0"/>
          <a:ext cx="0" cy="0"/>
          <a:chOff x="0" y="0"/>
          <a:chExt cx="0" cy="0"/>
        </a:xfrm>
      </p:grpSpPr>
      <p:grpSp>
        <p:nvGrpSpPr>
          <p:cNvPr id="140" name="Google Shape;140;p31"/>
          <p:cNvGrpSpPr/>
          <p:nvPr/>
        </p:nvGrpSpPr>
        <p:grpSpPr>
          <a:xfrm>
            <a:off x="279445" y="225271"/>
            <a:ext cx="8574994" cy="346800"/>
            <a:chOff x="279445" y="228475"/>
            <a:chExt cx="8574994" cy="346800"/>
          </a:xfrm>
        </p:grpSpPr>
        <p:sp>
          <p:nvSpPr>
            <p:cNvPr id="141" name="Google Shape;141;p31"/>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A49E96"/>
                  </a:solidFill>
                  <a:latin typeface="Helvetica Neue"/>
                  <a:ea typeface="Helvetica Neue"/>
                  <a:cs typeface="Helvetica Neue"/>
                  <a:sym typeface="Helvetica Neue"/>
                </a:rPr>
                <a:t>Meta.Monks | Proprietary &amp; Confidential</a:t>
              </a:r>
              <a:endParaRPr sz="500">
                <a:solidFill>
                  <a:srgbClr val="A49E9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A49E96"/>
                </a:solidFill>
                <a:latin typeface="Helvetica Neue"/>
                <a:ea typeface="Helvetica Neue"/>
                <a:cs typeface="Helvetica Neue"/>
                <a:sym typeface="Helvetica Neue"/>
              </a:endParaRPr>
            </a:p>
          </p:txBody>
        </p:sp>
        <p:sp>
          <p:nvSpPr>
            <p:cNvPr id="142" name="Google Shape;142;p31"/>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A49E96"/>
                  </a:solidFill>
                  <a:latin typeface="Helvetica Neue"/>
                  <a:ea typeface="Helvetica Neue"/>
                  <a:cs typeface="Helvetica Neue"/>
                  <a:sym typeface="Helvetica Neue"/>
                </a:rPr>
                <a:t>‹#›</a:t>
              </a:fld>
              <a:endParaRPr sz="500">
                <a:solidFill>
                  <a:srgbClr val="A49E9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A49E9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A49E96"/>
                </a:solidFill>
                <a:latin typeface="Helvetica Neue"/>
                <a:ea typeface="Helvetica Neue"/>
                <a:cs typeface="Helvetica Neue"/>
                <a:sym typeface="Helvetica Neue"/>
              </a:endParaRPr>
            </a:p>
          </p:txBody>
        </p:sp>
        <p:sp>
          <p:nvSpPr>
            <p:cNvPr id="143" name="Google Shape;143;p31"/>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A49E96"/>
                  </a:solidFill>
                  <a:latin typeface="Helvetica Neue"/>
                  <a:ea typeface="Helvetica Neue"/>
                  <a:cs typeface="Helvetica Neue"/>
                  <a:sym typeface="Helvetica Neue"/>
                </a:rPr>
                <a:t>Amazon</a:t>
              </a:r>
              <a:endParaRPr sz="500">
                <a:solidFill>
                  <a:srgbClr val="A49E96"/>
                </a:solidFill>
                <a:latin typeface="Helvetica Neue"/>
                <a:ea typeface="Helvetica Neue"/>
                <a:cs typeface="Helvetica Neue"/>
                <a:sym typeface="Helvetica Neue"/>
              </a:endParaRPr>
            </a:p>
          </p:txBody>
        </p:sp>
        <p:sp>
          <p:nvSpPr>
            <p:cNvPr id="144" name="Google Shape;144;p31"/>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A49E96"/>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ream">
  <p:cSld name="TITLE_1_18_1_1_1_1_1_2_1_9_2_1_1_2">
    <p:bg>
      <p:bgPr>
        <a:solidFill>
          <a:schemeClr val="dk2"/>
        </a:solidFill>
      </p:bgPr>
    </p:bg>
    <p:spTree>
      <p:nvGrpSpPr>
        <p:cNvPr id="145" name="Shape 145"/>
        <p:cNvGrpSpPr/>
        <p:nvPr/>
      </p:nvGrpSpPr>
      <p:grpSpPr>
        <a:xfrm>
          <a:off x="0" y="0"/>
          <a:ext cx="0" cy="0"/>
          <a:chOff x="0" y="0"/>
          <a:chExt cx="0" cy="0"/>
        </a:xfrm>
      </p:grpSpPr>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ream &amp; White">
  <p:cSld name="TITLE_1_18_1_1_1_1_1_2_1_9_2_1_1_2_1">
    <p:bg>
      <p:bgPr>
        <a:solidFill>
          <a:schemeClr val="dk2"/>
        </a:solidFill>
      </p:bgPr>
    </p:bg>
    <p:spTree>
      <p:nvGrpSpPr>
        <p:cNvPr id="146" name="Shape 146"/>
        <p:cNvGrpSpPr/>
        <p:nvPr/>
      </p:nvGrpSpPr>
      <p:grpSpPr>
        <a:xfrm>
          <a:off x="0" y="0"/>
          <a:ext cx="0" cy="0"/>
          <a:chOff x="0" y="0"/>
          <a:chExt cx="0" cy="0"/>
        </a:xfrm>
      </p:grpSpPr>
      <p:sp>
        <p:nvSpPr>
          <p:cNvPr id="147" name="Google Shape;147;p33"/>
          <p:cNvSpPr/>
          <p:nvPr/>
        </p:nvSpPr>
        <p:spPr>
          <a:xfrm>
            <a:off x="4571986" y="250"/>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8" name="Google Shape;148;p33"/>
          <p:cNvGrpSpPr/>
          <p:nvPr/>
        </p:nvGrpSpPr>
        <p:grpSpPr>
          <a:xfrm>
            <a:off x="279445" y="225271"/>
            <a:ext cx="8574994" cy="346800"/>
            <a:chOff x="279445" y="228475"/>
            <a:chExt cx="8574994" cy="346800"/>
          </a:xfrm>
        </p:grpSpPr>
        <p:sp>
          <p:nvSpPr>
            <p:cNvPr id="149" name="Google Shape;149;p33"/>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A49E96"/>
                  </a:solidFill>
                  <a:latin typeface="Helvetica Neue"/>
                  <a:ea typeface="Helvetica Neue"/>
                  <a:cs typeface="Helvetica Neue"/>
                  <a:sym typeface="Helvetica Neue"/>
                </a:rPr>
                <a:t>Meta.Monks | Proprietary &amp; Confidential</a:t>
              </a:r>
              <a:endParaRPr sz="500">
                <a:solidFill>
                  <a:srgbClr val="A49E9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A49E96"/>
                </a:solidFill>
                <a:latin typeface="Helvetica Neue"/>
                <a:ea typeface="Helvetica Neue"/>
                <a:cs typeface="Helvetica Neue"/>
                <a:sym typeface="Helvetica Neue"/>
              </a:endParaRPr>
            </a:p>
          </p:txBody>
        </p:sp>
        <p:sp>
          <p:nvSpPr>
            <p:cNvPr id="150" name="Google Shape;150;p33"/>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A49E96"/>
                  </a:solidFill>
                  <a:latin typeface="Helvetica Neue"/>
                  <a:ea typeface="Helvetica Neue"/>
                  <a:cs typeface="Helvetica Neue"/>
                  <a:sym typeface="Helvetica Neue"/>
                </a:rPr>
                <a:t>‹#›</a:t>
              </a:fld>
              <a:endParaRPr sz="500">
                <a:solidFill>
                  <a:srgbClr val="A49E9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A49E9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A49E96"/>
                </a:solidFill>
                <a:latin typeface="Helvetica Neue"/>
                <a:ea typeface="Helvetica Neue"/>
                <a:cs typeface="Helvetica Neue"/>
                <a:sym typeface="Helvetica Neue"/>
              </a:endParaRPr>
            </a:p>
          </p:txBody>
        </p:sp>
        <p:sp>
          <p:nvSpPr>
            <p:cNvPr id="151" name="Google Shape;151;p33"/>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A49E96"/>
                  </a:solidFill>
                  <a:latin typeface="Helvetica Neue"/>
                  <a:ea typeface="Helvetica Neue"/>
                  <a:cs typeface="Helvetica Neue"/>
                  <a:sym typeface="Helvetica Neue"/>
                </a:rPr>
                <a:t>Amazon</a:t>
              </a:r>
              <a:endParaRPr sz="500">
                <a:solidFill>
                  <a:srgbClr val="A49E96"/>
                </a:solidFill>
                <a:latin typeface="Helvetica Neue"/>
                <a:ea typeface="Helvetica Neue"/>
                <a:cs typeface="Helvetica Neue"/>
                <a:sym typeface="Helvetica Neue"/>
              </a:endParaRPr>
            </a:p>
          </p:txBody>
        </p:sp>
        <p:sp>
          <p:nvSpPr>
            <p:cNvPr id="152" name="Google Shape;152;p33"/>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A49E96"/>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ck &amp; Gray">
  <p:cSld name="TITLE_1_18_1_1_1_1_1_2_1_9_2_1_1_2_1_1">
    <p:bg>
      <p:bgPr>
        <a:solidFill>
          <a:schemeClr val="dk1"/>
        </a:solidFill>
      </p:bgPr>
    </p:bg>
    <p:spTree>
      <p:nvGrpSpPr>
        <p:cNvPr id="153" name="Shape 153"/>
        <p:cNvGrpSpPr/>
        <p:nvPr/>
      </p:nvGrpSpPr>
      <p:grpSpPr>
        <a:xfrm>
          <a:off x="0" y="0"/>
          <a:ext cx="0" cy="0"/>
          <a:chOff x="0" y="0"/>
          <a:chExt cx="0" cy="0"/>
        </a:xfrm>
      </p:grpSpPr>
      <p:sp>
        <p:nvSpPr>
          <p:cNvPr id="154" name="Google Shape;154;p34"/>
          <p:cNvSpPr/>
          <p:nvPr/>
        </p:nvSpPr>
        <p:spPr>
          <a:xfrm>
            <a:off x="4571986" y="250"/>
            <a:ext cx="4572000" cy="5143500"/>
          </a:xfrm>
          <a:prstGeom prst="rect">
            <a:avLst/>
          </a:prstGeom>
          <a:solidFill>
            <a:srgbClr val="1E26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5" name="Google Shape;155;p34"/>
          <p:cNvGrpSpPr/>
          <p:nvPr/>
        </p:nvGrpSpPr>
        <p:grpSpPr>
          <a:xfrm>
            <a:off x="279445" y="225271"/>
            <a:ext cx="8574994" cy="346800"/>
            <a:chOff x="279445" y="228475"/>
            <a:chExt cx="8574994" cy="346800"/>
          </a:xfrm>
        </p:grpSpPr>
        <p:sp>
          <p:nvSpPr>
            <p:cNvPr id="156" name="Google Shape;156;p34"/>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666666"/>
                  </a:solidFill>
                  <a:latin typeface="Helvetica Neue"/>
                  <a:ea typeface="Helvetica Neue"/>
                  <a:cs typeface="Helvetica Neue"/>
                  <a:sym typeface="Helvetica Neue"/>
                </a:rPr>
                <a:t>Meta.Monks | Proprietary &amp; Confidential</a:t>
              </a:r>
              <a:endParaRPr sz="500">
                <a:solidFill>
                  <a:srgbClr val="66666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666666"/>
                </a:solidFill>
                <a:latin typeface="Helvetica Neue"/>
                <a:ea typeface="Helvetica Neue"/>
                <a:cs typeface="Helvetica Neue"/>
                <a:sym typeface="Helvetica Neue"/>
              </a:endParaRPr>
            </a:p>
          </p:txBody>
        </p:sp>
        <p:sp>
          <p:nvSpPr>
            <p:cNvPr id="157" name="Google Shape;157;p34"/>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666666"/>
                  </a:solidFill>
                  <a:latin typeface="Helvetica Neue"/>
                  <a:ea typeface="Helvetica Neue"/>
                  <a:cs typeface="Helvetica Neue"/>
                  <a:sym typeface="Helvetica Neue"/>
                </a:rPr>
                <a:t>‹#›</a:t>
              </a:fld>
              <a:endParaRPr sz="500">
                <a:solidFill>
                  <a:srgbClr val="66666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66666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666666"/>
                </a:solidFill>
                <a:latin typeface="Helvetica Neue"/>
                <a:ea typeface="Helvetica Neue"/>
                <a:cs typeface="Helvetica Neue"/>
                <a:sym typeface="Helvetica Neue"/>
              </a:endParaRPr>
            </a:p>
          </p:txBody>
        </p:sp>
        <p:sp>
          <p:nvSpPr>
            <p:cNvPr id="158" name="Google Shape;158;p34"/>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666666"/>
                  </a:solidFill>
                  <a:latin typeface="Helvetica Neue"/>
                  <a:ea typeface="Helvetica Neue"/>
                  <a:cs typeface="Helvetica Neue"/>
                  <a:sym typeface="Helvetica Neue"/>
                </a:rPr>
                <a:t>Amazon</a:t>
              </a:r>
              <a:endParaRPr sz="500">
                <a:solidFill>
                  <a:srgbClr val="666666"/>
                </a:solidFill>
                <a:latin typeface="Helvetica Neue"/>
                <a:ea typeface="Helvetica Neue"/>
                <a:cs typeface="Helvetica Neue"/>
                <a:sym typeface="Helvetica Neue"/>
              </a:endParaRPr>
            </a:p>
          </p:txBody>
        </p:sp>
        <p:sp>
          <p:nvSpPr>
            <p:cNvPr id="159" name="Google Shape;159;p34"/>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666666"/>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ck w/ Header">
  <p:cSld name="TITLE_1_18_1_1_1_1_1_2_1_9_2_1_1_1">
    <p:bg>
      <p:bgPr>
        <a:solidFill>
          <a:schemeClr val="dk1"/>
        </a:solidFill>
      </p:bgPr>
    </p:bg>
    <p:spTree>
      <p:nvGrpSpPr>
        <p:cNvPr id="160" name="Shape 160"/>
        <p:cNvGrpSpPr/>
        <p:nvPr/>
      </p:nvGrpSpPr>
      <p:grpSpPr>
        <a:xfrm>
          <a:off x="0" y="0"/>
          <a:ext cx="0" cy="0"/>
          <a:chOff x="0" y="0"/>
          <a:chExt cx="0" cy="0"/>
        </a:xfrm>
      </p:grpSpPr>
      <p:grpSp>
        <p:nvGrpSpPr>
          <p:cNvPr id="161" name="Google Shape;161;p35"/>
          <p:cNvGrpSpPr/>
          <p:nvPr/>
        </p:nvGrpSpPr>
        <p:grpSpPr>
          <a:xfrm>
            <a:off x="279445" y="225271"/>
            <a:ext cx="8574994" cy="346800"/>
            <a:chOff x="279445" y="228475"/>
            <a:chExt cx="8574994" cy="346800"/>
          </a:xfrm>
        </p:grpSpPr>
        <p:sp>
          <p:nvSpPr>
            <p:cNvPr id="162" name="Google Shape;162;p35"/>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666666"/>
                  </a:solidFill>
                  <a:latin typeface="Helvetica Neue"/>
                  <a:ea typeface="Helvetica Neue"/>
                  <a:cs typeface="Helvetica Neue"/>
                  <a:sym typeface="Helvetica Neue"/>
                </a:rPr>
                <a:t>Meta.Monks | Proprietary &amp; Confidential</a:t>
              </a:r>
              <a:endParaRPr sz="500">
                <a:solidFill>
                  <a:srgbClr val="66666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666666"/>
                </a:solidFill>
                <a:latin typeface="Helvetica Neue"/>
                <a:ea typeface="Helvetica Neue"/>
                <a:cs typeface="Helvetica Neue"/>
                <a:sym typeface="Helvetica Neue"/>
              </a:endParaRPr>
            </a:p>
          </p:txBody>
        </p:sp>
        <p:sp>
          <p:nvSpPr>
            <p:cNvPr id="163" name="Google Shape;163;p35"/>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666666"/>
                  </a:solidFill>
                  <a:latin typeface="Helvetica Neue"/>
                  <a:ea typeface="Helvetica Neue"/>
                  <a:cs typeface="Helvetica Neue"/>
                  <a:sym typeface="Helvetica Neue"/>
                </a:rPr>
                <a:t>‹#›</a:t>
              </a:fld>
              <a:endParaRPr sz="500">
                <a:solidFill>
                  <a:srgbClr val="66666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66666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666666"/>
                </a:solidFill>
                <a:latin typeface="Helvetica Neue"/>
                <a:ea typeface="Helvetica Neue"/>
                <a:cs typeface="Helvetica Neue"/>
                <a:sym typeface="Helvetica Neue"/>
              </a:endParaRPr>
            </a:p>
          </p:txBody>
        </p:sp>
        <p:sp>
          <p:nvSpPr>
            <p:cNvPr id="164" name="Google Shape;164;p35"/>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666666"/>
                  </a:solidFill>
                  <a:latin typeface="Helvetica Neue"/>
                  <a:ea typeface="Helvetica Neue"/>
                  <a:cs typeface="Helvetica Neue"/>
                  <a:sym typeface="Helvetica Neue"/>
                </a:rPr>
                <a:t>Amazon</a:t>
              </a:r>
              <a:endParaRPr sz="500">
                <a:solidFill>
                  <a:srgbClr val="666666"/>
                </a:solidFill>
                <a:latin typeface="Helvetica Neue"/>
                <a:ea typeface="Helvetica Neue"/>
                <a:cs typeface="Helvetica Neue"/>
                <a:sym typeface="Helvetica Neue"/>
              </a:endParaRPr>
            </a:p>
          </p:txBody>
        </p:sp>
        <p:sp>
          <p:nvSpPr>
            <p:cNvPr id="165" name="Google Shape;165;p35"/>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666666"/>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ck">
  <p:cSld name="TITLE_1_18_1_1_1_1_1_2_1_9_2_1_1_1_1">
    <p:bg>
      <p:bgPr>
        <a:solidFill>
          <a:schemeClr val="dk1"/>
        </a:solidFill>
      </p:bgPr>
    </p:bg>
    <p:spTree>
      <p:nvGrpSpPr>
        <p:cNvPr id="166" name="Shape 166"/>
        <p:cNvGrpSpPr/>
        <p:nvPr/>
      </p:nvGrpSpPr>
      <p:grpSpPr>
        <a:xfrm>
          <a:off x="0" y="0"/>
          <a:ext cx="0" cy="0"/>
          <a:chOff x="0" y="0"/>
          <a:chExt cx="0" cy="0"/>
        </a:xfrm>
      </p:grpSpPr>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 Green w/ Header">
  <p:cSld name="TITLE_1_18_1_1_1_1_1_2_1_9_2_1_1_1_2">
    <p:bg>
      <p:bgPr>
        <a:solidFill>
          <a:schemeClr val="accent2"/>
        </a:solidFill>
      </p:bgPr>
    </p:bg>
    <p:spTree>
      <p:nvGrpSpPr>
        <p:cNvPr id="167" name="Shape 167"/>
        <p:cNvGrpSpPr/>
        <p:nvPr/>
      </p:nvGrpSpPr>
      <p:grpSpPr>
        <a:xfrm>
          <a:off x="0" y="0"/>
          <a:ext cx="0" cy="0"/>
          <a:chOff x="0" y="0"/>
          <a:chExt cx="0" cy="0"/>
        </a:xfrm>
      </p:grpSpPr>
      <p:grpSp>
        <p:nvGrpSpPr>
          <p:cNvPr id="168" name="Google Shape;168;p37"/>
          <p:cNvGrpSpPr/>
          <p:nvPr/>
        </p:nvGrpSpPr>
        <p:grpSpPr>
          <a:xfrm>
            <a:off x="279445" y="225271"/>
            <a:ext cx="8574994" cy="346800"/>
            <a:chOff x="279445" y="228475"/>
            <a:chExt cx="8574994" cy="346800"/>
          </a:xfrm>
        </p:grpSpPr>
        <p:sp>
          <p:nvSpPr>
            <p:cNvPr id="169" name="Google Shape;169;p37"/>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chemeClr val="accent3"/>
                  </a:solidFill>
                  <a:latin typeface="Helvetica Neue"/>
                  <a:ea typeface="Helvetica Neue"/>
                  <a:cs typeface="Helvetica Neue"/>
                  <a:sym typeface="Helvetica Neue"/>
                </a:rPr>
                <a:t>Meta.Monks | Proprietary &amp; Confidential</a:t>
              </a:r>
              <a:endParaRPr sz="500">
                <a:solidFill>
                  <a:schemeClr val="accent3"/>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chemeClr val="accent3"/>
                </a:solidFill>
                <a:latin typeface="Helvetica Neue"/>
                <a:ea typeface="Helvetica Neue"/>
                <a:cs typeface="Helvetica Neue"/>
                <a:sym typeface="Helvetica Neue"/>
              </a:endParaRPr>
            </a:p>
          </p:txBody>
        </p:sp>
        <p:sp>
          <p:nvSpPr>
            <p:cNvPr id="170" name="Google Shape;170;p37"/>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chemeClr val="accent3"/>
                  </a:solidFill>
                  <a:latin typeface="Helvetica Neue"/>
                  <a:ea typeface="Helvetica Neue"/>
                  <a:cs typeface="Helvetica Neue"/>
                  <a:sym typeface="Helvetica Neue"/>
                </a:rPr>
                <a:t>‹#›</a:t>
              </a:fld>
              <a:endParaRPr sz="500">
                <a:solidFill>
                  <a:schemeClr val="accent3"/>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chemeClr val="accent3"/>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chemeClr val="accent3"/>
                </a:solidFill>
                <a:latin typeface="Helvetica Neue"/>
                <a:ea typeface="Helvetica Neue"/>
                <a:cs typeface="Helvetica Neue"/>
                <a:sym typeface="Helvetica Neue"/>
              </a:endParaRPr>
            </a:p>
          </p:txBody>
        </p:sp>
        <p:sp>
          <p:nvSpPr>
            <p:cNvPr id="171" name="Google Shape;171;p37"/>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chemeClr val="accent3"/>
                  </a:solidFill>
                  <a:latin typeface="Helvetica Neue"/>
                  <a:ea typeface="Helvetica Neue"/>
                  <a:cs typeface="Helvetica Neue"/>
                  <a:sym typeface="Helvetica Neue"/>
                </a:rPr>
                <a:t>Amazon</a:t>
              </a:r>
              <a:endParaRPr sz="500">
                <a:solidFill>
                  <a:schemeClr val="accent3"/>
                </a:solidFill>
                <a:latin typeface="Helvetica Neue"/>
                <a:ea typeface="Helvetica Neue"/>
                <a:cs typeface="Helvetica Neue"/>
                <a:sym typeface="Helvetica Neue"/>
              </a:endParaRPr>
            </a:p>
          </p:txBody>
        </p:sp>
        <p:sp>
          <p:nvSpPr>
            <p:cNvPr id="172" name="Google Shape;172;p37"/>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chemeClr val="accent3"/>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 Green">
  <p:cSld name="TITLE_1_18_1_1_1_1_1_2_1_9_2_1_1_1_1_2">
    <p:bg>
      <p:bgPr>
        <a:solidFill>
          <a:schemeClr val="accent2"/>
        </a:solidFill>
      </p:bgPr>
    </p:bg>
    <p:spTree>
      <p:nvGrpSpPr>
        <p:cNvPr id="173" name="Shape 173"/>
        <p:cNvGrpSpPr/>
        <p:nvPr/>
      </p:nvGrpSpPr>
      <p:grpSpPr>
        <a:xfrm>
          <a:off x="0" y="0"/>
          <a:ext cx="0" cy="0"/>
          <a:chOff x="0" y="0"/>
          <a:chExt cx="0" cy="0"/>
        </a:xfrm>
      </p:grpSpPr>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Green w/ header">
  <p:cSld name="TITLE_1_18_1_1_1_1_1_2_1_9_2_1_1_1_1_1">
    <p:bg>
      <p:bgPr>
        <a:solidFill>
          <a:schemeClr val="accent3"/>
        </a:solidFill>
      </p:bgPr>
    </p:bg>
    <p:spTree>
      <p:nvGrpSpPr>
        <p:cNvPr id="174" name="Shape 174"/>
        <p:cNvGrpSpPr/>
        <p:nvPr/>
      </p:nvGrpSpPr>
      <p:grpSpPr>
        <a:xfrm>
          <a:off x="0" y="0"/>
          <a:ext cx="0" cy="0"/>
          <a:chOff x="0" y="0"/>
          <a:chExt cx="0" cy="0"/>
        </a:xfrm>
      </p:grpSpPr>
      <p:grpSp>
        <p:nvGrpSpPr>
          <p:cNvPr id="175" name="Google Shape;175;p39"/>
          <p:cNvGrpSpPr/>
          <p:nvPr/>
        </p:nvGrpSpPr>
        <p:grpSpPr>
          <a:xfrm>
            <a:off x="279445" y="225271"/>
            <a:ext cx="8574994" cy="346800"/>
            <a:chOff x="279445" y="228475"/>
            <a:chExt cx="8574994" cy="346800"/>
          </a:xfrm>
        </p:grpSpPr>
        <p:sp>
          <p:nvSpPr>
            <p:cNvPr id="176" name="Google Shape;176;p39"/>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5C9D72"/>
                  </a:solidFill>
                  <a:latin typeface="Helvetica Neue"/>
                  <a:ea typeface="Helvetica Neue"/>
                  <a:cs typeface="Helvetica Neue"/>
                  <a:sym typeface="Helvetica Neue"/>
                </a:rPr>
                <a:t>Meta.Monks | Proprietary &amp; Confidential</a:t>
              </a:r>
              <a:endParaRPr sz="500">
                <a:solidFill>
                  <a:srgbClr val="5C9D72"/>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5C9D72"/>
                </a:solidFill>
                <a:latin typeface="Helvetica Neue"/>
                <a:ea typeface="Helvetica Neue"/>
                <a:cs typeface="Helvetica Neue"/>
                <a:sym typeface="Helvetica Neue"/>
              </a:endParaRPr>
            </a:p>
          </p:txBody>
        </p:sp>
        <p:sp>
          <p:nvSpPr>
            <p:cNvPr id="177" name="Google Shape;177;p39"/>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5C9D72"/>
                  </a:solidFill>
                  <a:latin typeface="Helvetica Neue"/>
                  <a:ea typeface="Helvetica Neue"/>
                  <a:cs typeface="Helvetica Neue"/>
                  <a:sym typeface="Helvetica Neue"/>
                </a:rPr>
                <a:t>‹#›</a:t>
              </a:fld>
              <a:endParaRPr sz="500">
                <a:solidFill>
                  <a:srgbClr val="5C9D72"/>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5C9D72"/>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5C9D72"/>
                </a:solidFill>
                <a:latin typeface="Helvetica Neue"/>
                <a:ea typeface="Helvetica Neue"/>
                <a:cs typeface="Helvetica Neue"/>
                <a:sym typeface="Helvetica Neue"/>
              </a:endParaRPr>
            </a:p>
          </p:txBody>
        </p:sp>
        <p:sp>
          <p:nvSpPr>
            <p:cNvPr id="178" name="Google Shape;178;p39"/>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5C9D72"/>
                  </a:solidFill>
                  <a:latin typeface="Helvetica Neue"/>
                  <a:ea typeface="Helvetica Neue"/>
                  <a:cs typeface="Helvetica Neue"/>
                  <a:sym typeface="Helvetica Neue"/>
                </a:rPr>
                <a:t>Amazon</a:t>
              </a:r>
              <a:endParaRPr sz="500">
                <a:solidFill>
                  <a:srgbClr val="5C9D72"/>
                </a:solidFill>
                <a:latin typeface="Helvetica Neue"/>
                <a:ea typeface="Helvetica Neue"/>
                <a:cs typeface="Helvetica Neue"/>
                <a:sym typeface="Helvetica Neue"/>
              </a:endParaRPr>
            </a:p>
          </p:txBody>
        </p:sp>
        <p:sp>
          <p:nvSpPr>
            <p:cNvPr id="179" name="Google Shape;179;p39"/>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5C9D72"/>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Green">
  <p:cSld name="TITLE_1_18_1_1_1_1_1_2_1_9_2_1_1_1_1_1_2">
    <p:bg>
      <p:bgPr>
        <a:solidFill>
          <a:schemeClr val="accent3"/>
        </a:solidFill>
      </p:bgPr>
    </p:bg>
    <p:spTree>
      <p:nvGrpSpPr>
        <p:cNvPr id="180" name="Shape 180"/>
        <p:cNvGrpSpPr/>
        <p:nvPr/>
      </p:nvGrpSpPr>
      <p:grpSpPr>
        <a:xfrm>
          <a:off x="0" y="0"/>
          <a:ext cx="0" cy="0"/>
          <a:chOff x="0" y="0"/>
          <a:chExt cx="0" cy="0"/>
        </a:xfrm>
      </p:grpSpPr>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w/ Header">
  <p:cSld name="TITLE_1_18_1_1_1_1_1_2_1_9_2_1_1_1_1_1_1">
    <p:bg>
      <p:bgPr>
        <a:solidFill>
          <a:schemeClr val="lt1"/>
        </a:solidFill>
      </p:bgPr>
    </p:bg>
    <p:spTree>
      <p:nvGrpSpPr>
        <p:cNvPr id="181" name="Shape 181"/>
        <p:cNvGrpSpPr/>
        <p:nvPr/>
      </p:nvGrpSpPr>
      <p:grpSpPr>
        <a:xfrm>
          <a:off x="0" y="0"/>
          <a:ext cx="0" cy="0"/>
          <a:chOff x="0" y="0"/>
          <a:chExt cx="0" cy="0"/>
        </a:xfrm>
      </p:grpSpPr>
      <p:grpSp>
        <p:nvGrpSpPr>
          <p:cNvPr id="182" name="Google Shape;182;p41"/>
          <p:cNvGrpSpPr/>
          <p:nvPr/>
        </p:nvGrpSpPr>
        <p:grpSpPr>
          <a:xfrm>
            <a:off x="279445" y="225271"/>
            <a:ext cx="8574994" cy="346800"/>
            <a:chOff x="279445" y="228475"/>
            <a:chExt cx="8574994" cy="346800"/>
          </a:xfrm>
        </p:grpSpPr>
        <p:sp>
          <p:nvSpPr>
            <p:cNvPr id="183" name="Google Shape;183;p41"/>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CCCCCC"/>
                  </a:solidFill>
                  <a:latin typeface="Helvetica Neue"/>
                  <a:ea typeface="Helvetica Neue"/>
                  <a:cs typeface="Helvetica Neue"/>
                  <a:sym typeface="Helvetica Neue"/>
                </a:rPr>
                <a:t>Meta.Monks | Proprietary &amp; Confidential</a:t>
              </a:r>
              <a:endParaRPr sz="500">
                <a:solidFill>
                  <a:srgbClr val="CCCCCC"/>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CCCCCC"/>
                </a:solidFill>
                <a:latin typeface="Helvetica Neue"/>
                <a:ea typeface="Helvetica Neue"/>
                <a:cs typeface="Helvetica Neue"/>
                <a:sym typeface="Helvetica Neue"/>
              </a:endParaRPr>
            </a:p>
          </p:txBody>
        </p:sp>
        <p:sp>
          <p:nvSpPr>
            <p:cNvPr id="184" name="Google Shape;184;p41"/>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CCCCCC"/>
                  </a:solidFill>
                  <a:latin typeface="Helvetica Neue"/>
                  <a:ea typeface="Helvetica Neue"/>
                  <a:cs typeface="Helvetica Neue"/>
                  <a:sym typeface="Helvetica Neue"/>
                </a:rPr>
                <a:t>‹#›</a:t>
              </a:fld>
              <a:endParaRPr sz="500">
                <a:solidFill>
                  <a:srgbClr val="CCCCCC"/>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CCCCCC"/>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CCCCCC"/>
                </a:solidFill>
                <a:latin typeface="Helvetica Neue"/>
                <a:ea typeface="Helvetica Neue"/>
                <a:cs typeface="Helvetica Neue"/>
                <a:sym typeface="Helvetica Neue"/>
              </a:endParaRPr>
            </a:p>
          </p:txBody>
        </p:sp>
        <p:sp>
          <p:nvSpPr>
            <p:cNvPr id="185" name="Google Shape;185;p41"/>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CCCCCC"/>
                  </a:solidFill>
                  <a:latin typeface="Helvetica Neue"/>
                  <a:ea typeface="Helvetica Neue"/>
                  <a:cs typeface="Helvetica Neue"/>
                  <a:sym typeface="Helvetica Neue"/>
                </a:rPr>
                <a:t>Amazon</a:t>
              </a:r>
              <a:endParaRPr sz="500">
                <a:solidFill>
                  <a:srgbClr val="CCCCCC"/>
                </a:solidFill>
                <a:latin typeface="Helvetica Neue"/>
                <a:ea typeface="Helvetica Neue"/>
                <a:cs typeface="Helvetica Neue"/>
                <a:sym typeface="Helvetica Neue"/>
              </a:endParaRPr>
            </a:p>
          </p:txBody>
        </p:sp>
        <p:sp>
          <p:nvSpPr>
            <p:cNvPr id="186" name="Google Shape;186;p41"/>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CCCCCC"/>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p:cSld name="TITLE_1_18_1_1_1_1_1_2_1_9_2_1_1_1_1_1_1_1">
    <p:bg>
      <p:bgPr>
        <a:solidFill>
          <a:schemeClr val="lt1"/>
        </a:solidFill>
      </p:bgPr>
    </p:bg>
    <p:spTree>
      <p:nvGrpSpPr>
        <p:cNvPr id="187" name="Shape 187"/>
        <p:cNvGrpSpPr/>
        <p:nvPr/>
      </p:nvGrpSpPr>
      <p:grpSpPr>
        <a:xfrm>
          <a:off x="0" y="0"/>
          <a:ext cx="0" cy="0"/>
          <a:chOff x="0" y="0"/>
          <a:chExt cx="0" cy="0"/>
        </a:xfrm>
      </p:grpSpPr>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p:cSld name="TITLE_1_18_1_1_1_1_1_2_1_9_1">
    <p:bg>
      <p:bgPr>
        <a:solidFill>
          <a:schemeClr val="lt1"/>
        </a:solidFill>
      </p:bgPr>
    </p:bg>
    <p:spTree>
      <p:nvGrpSpPr>
        <p:cNvPr id="188" name="Shape 188"/>
        <p:cNvGrpSpPr/>
        <p:nvPr/>
      </p:nvGrpSpPr>
      <p:grpSpPr>
        <a:xfrm>
          <a:off x="0" y="0"/>
          <a:ext cx="0" cy="0"/>
          <a:chOff x="0" y="0"/>
          <a:chExt cx="0" cy="0"/>
        </a:xfrm>
      </p:grpSpPr>
      <p:sp>
        <p:nvSpPr>
          <p:cNvPr id="189" name="Google Shape;189;p43"/>
          <p:cNvSpPr txBox="1"/>
          <p:nvPr/>
        </p:nvSpPr>
        <p:spPr>
          <a:xfrm>
            <a:off x="476126" y="197393"/>
            <a:ext cx="644400" cy="2199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n" sz="500">
                <a:solidFill>
                  <a:schemeClr val="lt1"/>
                </a:solidFill>
                <a:latin typeface="Optimistic Display Light"/>
                <a:ea typeface="Optimistic Display Light"/>
                <a:cs typeface="Optimistic Display Light"/>
                <a:sym typeface="Optimistic Display Light"/>
              </a:rPr>
              <a:t>Media.Monks</a:t>
            </a:r>
            <a:endParaRPr sz="500">
              <a:solidFill>
                <a:schemeClr val="lt1"/>
              </a:solidFill>
              <a:latin typeface="Optimistic Display Light"/>
              <a:ea typeface="Optimistic Display Light"/>
              <a:cs typeface="Optimistic Display Light"/>
              <a:sym typeface="Optimistic Display Light"/>
            </a:endParaRPr>
          </a:p>
        </p:txBody>
      </p:sp>
      <p:sp>
        <p:nvSpPr>
          <p:cNvPr id="190" name="Google Shape;190;p43"/>
          <p:cNvSpPr txBox="1"/>
          <p:nvPr/>
        </p:nvSpPr>
        <p:spPr>
          <a:xfrm>
            <a:off x="6923010" y="197393"/>
            <a:ext cx="1188600" cy="219900"/>
          </a:xfrm>
          <a:prstGeom prst="rect">
            <a:avLst/>
          </a:prstGeom>
          <a:noFill/>
          <a:ln>
            <a:noFill/>
          </a:ln>
        </p:spPr>
        <p:txBody>
          <a:bodyPr anchorCtr="0" anchor="ctr" bIns="91425" lIns="91425" spcFirstLastPara="1" rIns="91425" wrap="square" tIns="91425">
            <a:noAutofit/>
          </a:bodyPr>
          <a:lstStyle/>
          <a:p>
            <a:pPr indent="0" lvl="0" marL="0" rtl="0" algn="r">
              <a:lnSpc>
                <a:spcPct val="150000"/>
              </a:lnSpc>
              <a:spcBef>
                <a:spcPts val="0"/>
              </a:spcBef>
              <a:spcAft>
                <a:spcPts val="0"/>
              </a:spcAft>
              <a:buNone/>
            </a:pPr>
            <a:r>
              <a:rPr lang="en" sz="500">
                <a:solidFill>
                  <a:schemeClr val="lt1"/>
                </a:solidFill>
                <a:latin typeface="Optimistic Display Light"/>
                <a:ea typeface="Optimistic Display Light"/>
                <a:cs typeface="Optimistic Display Light"/>
                <a:sym typeface="Optimistic Display Light"/>
              </a:rPr>
              <a:t>Proprietary &amp; Confidential</a:t>
            </a:r>
            <a:endParaRPr sz="500">
              <a:solidFill>
                <a:schemeClr val="lt1"/>
              </a:solidFill>
              <a:latin typeface="Optimistic Display Light"/>
              <a:ea typeface="Optimistic Display Light"/>
              <a:cs typeface="Optimistic Display Light"/>
              <a:sym typeface="Optimistic Display Light"/>
            </a:endParaRPr>
          </a:p>
        </p:txBody>
      </p:sp>
      <p:sp>
        <p:nvSpPr>
          <p:cNvPr id="191" name="Google Shape;191;p43"/>
          <p:cNvSpPr txBox="1"/>
          <p:nvPr/>
        </p:nvSpPr>
        <p:spPr>
          <a:xfrm>
            <a:off x="2196557" y="197400"/>
            <a:ext cx="1242000" cy="2199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t/>
            </a:r>
            <a:endParaRPr sz="500">
              <a:solidFill>
                <a:schemeClr val="lt1"/>
              </a:solidFill>
              <a:latin typeface="Optimistic Display Light"/>
              <a:ea typeface="Optimistic Display Light"/>
              <a:cs typeface="Optimistic Display Light"/>
              <a:sym typeface="Optimistic Display Light"/>
            </a:endParaRPr>
          </a:p>
        </p:txBody>
      </p:sp>
      <p:sp>
        <p:nvSpPr>
          <p:cNvPr id="192" name="Google Shape;192;p43"/>
          <p:cNvSpPr txBox="1"/>
          <p:nvPr/>
        </p:nvSpPr>
        <p:spPr>
          <a:xfrm>
            <a:off x="8373520" y="90642"/>
            <a:ext cx="369600" cy="393600"/>
          </a:xfrm>
          <a:prstGeom prst="rect">
            <a:avLst/>
          </a:prstGeom>
          <a:noFill/>
          <a:ln>
            <a:noFill/>
          </a:ln>
        </p:spPr>
        <p:txBody>
          <a:bodyPr anchorCtr="0" anchor="ctr" bIns="88475" lIns="88475" spcFirstLastPara="1" rIns="88475" wrap="square" tIns="88475">
            <a:noAutofit/>
          </a:bodyPr>
          <a:lstStyle/>
          <a:p>
            <a:pPr indent="0" lvl="0" marL="0" rtl="0" algn="ctr">
              <a:spcBef>
                <a:spcPts val="0"/>
              </a:spcBef>
              <a:spcAft>
                <a:spcPts val="0"/>
              </a:spcAft>
              <a:buNone/>
            </a:pPr>
            <a:fld id="{00000000-1234-1234-1234-123412341234}" type="slidenum">
              <a:rPr lang="en" sz="500">
                <a:solidFill>
                  <a:schemeClr val="lt1"/>
                </a:solidFill>
                <a:latin typeface="Optimistic Display Light"/>
                <a:ea typeface="Optimistic Display Light"/>
                <a:cs typeface="Optimistic Display Light"/>
                <a:sym typeface="Optimistic Display Light"/>
              </a:rPr>
              <a:t>‹#›</a:t>
            </a:fld>
            <a:endParaRPr sz="500">
              <a:solidFill>
                <a:schemeClr val="lt1"/>
              </a:solidFill>
              <a:latin typeface="Optimistic Display Light"/>
              <a:ea typeface="Optimistic Display Light"/>
              <a:cs typeface="Optimistic Display Light"/>
              <a:sym typeface="Optimistic Display Light"/>
            </a:endParaRPr>
          </a:p>
        </p:txBody>
      </p:sp>
      <p:sp>
        <p:nvSpPr>
          <p:cNvPr id="193" name="Google Shape;193;p43"/>
          <p:cNvSpPr txBox="1"/>
          <p:nvPr/>
        </p:nvSpPr>
        <p:spPr>
          <a:xfrm>
            <a:off x="476126" y="197393"/>
            <a:ext cx="644400" cy="2199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n" sz="500">
                <a:solidFill>
                  <a:srgbClr val="595959"/>
                </a:solidFill>
                <a:latin typeface="Optimistic Display Light"/>
                <a:ea typeface="Optimistic Display Light"/>
                <a:cs typeface="Optimistic Display Light"/>
                <a:sym typeface="Optimistic Display Light"/>
              </a:rPr>
              <a:t>Media.Monks</a:t>
            </a:r>
            <a:endParaRPr sz="500">
              <a:solidFill>
                <a:srgbClr val="595959"/>
              </a:solidFill>
              <a:latin typeface="Optimistic Display Light"/>
              <a:ea typeface="Optimistic Display Light"/>
              <a:cs typeface="Optimistic Display Light"/>
              <a:sym typeface="Optimistic Display Light"/>
            </a:endParaRPr>
          </a:p>
        </p:txBody>
      </p:sp>
      <p:sp>
        <p:nvSpPr>
          <p:cNvPr id="194" name="Google Shape;194;p43"/>
          <p:cNvSpPr txBox="1"/>
          <p:nvPr/>
        </p:nvSpPr>
        <p:spPr>
          <a:xfrm>
            <a:off x="6923010" y="197393"/>
            <a:ext cx="1188600" cy="219900"/>
          </a:xfrm>
          <a:prstGeom prst="rect">
            <a:avLst/>
          </a:prstGeom>
          <a:noFill/>
          <a:ln>
            <a:noFill/>
          </a:ln>
        </p:spPr>
        <p:txBody>
          <a:bodyPr anchorCtr="0" anchor="ctr" bIns="91425" lIns="91425" spcFirstLastPara="1" rIns="91425" wrap="square" tIns="91425">
            <a:noAutofit/>
          </a:bodyPr>
          <a:lstStyle/>
          <a:p>
            <a:pPr indent="0" lvl="0" marL="0" rtl="0" algn="r">
              <a:lnSpc>
                <a:spcPct val="150000"/>
              </a:lnSpc>
              <a:spcBef>
                <a:spcPts val="0"/>
              </a:spcBef>
              <a:spcAft>
                <a:spcPts val="0"/>
              </a:spcAft>
              <a:buNone/>
            </a:pPr>
            <a:r>
              <a:rPr lang="en" sz="500">
                <a:solidFill>
                  <a:srgbClr val="595959"/>
                </a:solidFill>
                <a:latin typeface="Optimistic Display Light"/>
                <a:ea typeface="Optimistic Display Light"/>
                <a:cs typeface="Optimistic Display Light"/>
                <a:sym typeface="Optimistic Display Light"/>
              </a:rPr>
              <a:t>Proprietary &amp; Confidential</a:t>
            </a:r>
            <a:endParaRPr sz="500">
              <a:solidFill>
                <a:srgbClr val="595959"/>
              </a:solidFill>
              <a:latin typeface="Optimistic Display Light"/>
              <a:ea typeface="Optimistic Display Light"/>
              <a:cs typeface="Optimistic Display Light"/>
              <a:sym typeface="Optimistic Display Light"/>
            </a:endParaRPr>
          </a:p>
        </p:txBody>
      </p:sp>
      <p:sp>
        <p:nvSpPr>
          <p:cNvPr id="195" name="Google Shape;195;p43"/>
          <p:cNvSpPr txBox="1"/>
          <p:nvPr/>
        </p:nvSpPr>
        <p:spPr>
          <a:xfrm>
            <a:off x="2196557" y="197400"/>
            <a:ext cx="1242000" cy="2199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t/>
            </a:r>
            <a:endParaRPr sz="500">
              <a:solidFill>
                <a:srgbClr val="2D2D2D"/>
              </a:solidFill>
              <a:latin typeface="Optimistic Display Light"/>
              <a:ea typeface="Optimistic Display Light"/>
              <a:cs typeface="Optimistic Display Light"/>
              <a:sym typeface="Optimistic Display Light"/>
            </a:endParaRPr>
          </a:p>
        </p:txBody>
      </p:sp>
      <p:sp>
        <p:nvSpPr>
          <p:cNvPr id="196" name="Google Shape;196;p43"/>
          <p:cNvSpPr txBox="1"/>
          <p:nvPr/>
        </p:nvSpPr>
        <p:spPr>
          <a:xfrm>
            <a:off x="8373520" y="90642"/>
            <a:ext cx="369600" cy="393600"/>
          </a:xfrm>
          <a:prstGeom prst="rect">
            <a:avLst/>
          </a:prstGeom>
          <a:noFill/>
          <a:ln>
            <a:noFill/>
          </a:ln>
        </p:spPr>
        <p:txBody>
          <a:bodyPr anchorCtr="0" anchor="ctr" bIns="88475" lIns="88475" spcFirstLastPara="1" rIns="88475" wrap="square" tIns="88475">
            <a:noAutofit/>
          </a:bodyPr>
          <a:lstStyle/>
          <a:p>
            <a:pPr indent="0" lvl="0" marL="0" rtl="0" algn="ctr">
              <a:spcBef>
                <a:spcPts val="0"/>
              </a:spcBef>
              <a:spcAft>
                <a:spcPts val="0"/>
              </a:spcAft>
              <a:buNone/>
            </a:pPr>
            <a:fld id="{00000000-1234-1234-1234-123412341234}" type="slidenum">
              <a:rPr lang="en" sz="500">
                <a:solidFill>
                  <a:srgbClr val="595959"/>
                </a:solidFill>
                <a:latin typeface="Optimistic Display Light"/>
                <a:ea typeface="Optimistic Display Light"/>
                <a:cs typeface="Optimistic Display Light"/>
                <a:sym typeface="Optimistic Display Light"/>
              </a:rPr>
              <a:t>‹#›</a:t>
            </a:fld>
            <a:endParaRPr sz="500">
              <a:solidFill>
                <a:srgbClr val="595959"/>
              </a:solidFill>
              <a:latin typeface="Optimistic Display Light"/>
              <a:ea typeface="Optimistic Display Light"/>
              <a:cs typeface="Optimistic Display Light"/>
              <a:sym typeface="Optimistic Display Light"/>
            </a:endParaRPr>
          </a:p>
        </p:txBody>
      </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ck &amp; Gray 1 1">
  <p:cSld name="TITLE_1_18_1_1_1_1_1_2_1_9_2_1_1_2_1_1_1_1">
    <p:bg>
      <p:bgPr>
        <a:solidFill>
          <a:schemeClr val="dk2"/>
        </a:solidFill>
      </p:bgPr>
    </p:bg>
    <p:spTree>
      <p:nvGrpSpPr>
        <p:cNvPr id="197" name="Shape 197"/>
        <p:cNvGrpSpPr/>
        <p:nvPr/>
      </p:nvGrpSpPr>
      <p:grpSpPr>
        <a:xfrm>
          <a:off x="0" y="0"/>
          <a:ext cx="0" cy="0"/>
          <a:chOff x="0" y="0"/>
          <a:chExt cx="0" cy="0"/>
        </a:xfrm>
      </p:grpSpPr>
      <p:sp>
        <p:nvSpPr>
          <p:cNvPr id="198" name="Google Shape;198;p44"/>
          <p:cNvSpPr/>
          <p:nvPr/>
        </p:nvSpPr>
        <p:spPr>
          <a:xfrm>
            <a:off x="4571986" y="250"/>
            <a:ext cx="4572000" cy="5143500"/>
          </a:xfrm>
          <a:prstGeom prst="rect">
            <a:avLst/>
          </a:prstGeom>
          <a:solidFill>
            <a:srgbClr val="1E26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9" name="Google Shape;199;p44"/>
          <p:cNvGrpSpPr/>
          <p:nvPr/>
        </p:nvGrpSpPr>
        <p:grpSpPr>
          <a:xfrm>
            <a:off x="279445" y="225271"/>
            <a:ext cx="8574994" cy="346800"/>
            <a:chOff x="279445" y="228475"/>
            <a:chExt cx="8574994" cy="346800"/>
          </a:xfrm>
        </p:grpSpPr>
        <p:sp>
          <p:nvSpPr>
            <p:cNvPr id="200" name="Google Shape;200;p44"/>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666666"/>
                  </a:solidFill>
                  <a:latin typeface="Helvetica Neue"/>
                  <a:ea typeface="Helvetica Neue"/>
                  <a:cs typeface="Helvetica Neue"/>
                  <a:sym typeface="Helvetica Neue"/>
                </a:rPr>
                <a:t>Meta.Monks | Proprietary &amp; Confidential</a:t>
              </a:r>
              <a:endParaRPr sz="500">
                <a:solidFill>
                  <a:srgbClr val="66666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666666"/>
                </a:solidFill>
                <a:latin typeface="Helvetica Neue"/>
                <a:ea typeface="Helvetica Neue"/>
                <a:cs typeface="Helvetica Neue"/>
                <a:sym typeface="Helvetica Neue"/>
              </a:endParaRPr>
            </a:p>
          </p:txBody>
        </p:sp>
        <p:sp>
          <p:nvSpPr>
            <p:cNvPr id="201" name="Google Shape;201;p44"/>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666666"/>
                  </a:solidFill>
                  <a:latin typeface="Helvetica Neue"/>
                  <a:ea typeface="Helvetica Neue"/>
                  <a:cs typeface="Helvetica Neue"/>
                  <a:sym typeface="Helvetica Neue"/>
                </a:rPr>
                <a:t>‹#›</a:t>
              </a:fld>
              <a:endParaRPr sz="500">
                <a:solidFill>
                  <a:srgbClr val="66666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666666"/>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666666"/>
                </a:solidFill>
                <a:latin typeface="Helvetica Neue"/>
                <a:ea typeface="Helvetica Neue"/>
                <a:cs typeface="Helvetica Neue"/>
                <a:sym typeface="Helvetica Neue"/>
              </a:endParaRPr>
            </a:p>
          </p:txBody>
        </p:sp>
        <p:sp>
          <p:nvSpPr>
            <p:cNvPr id="202" name="Google Shape;202;p44"/>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666666"/>
                  </a:solidFill>
                  <a:latin typeface="Helvetica Neue"/>
                  <a:ea typeface="Helvetica Neue"/>
                  <a:cs typeface="Helvetica Neue"/>
                  <a:sym typeface="Helvetica Neue"/>
                </a:rPr>
                <a:t>Amazon</a:t>
              </a:r>
              <a:endParaRPr sz="500">
                <a:solidFill>
                  <a:srgbClr val="666666"/>
                </a:solidFill>
                <a:latin typeface="Helvetica Neue"/>
                <a:ea typeface="Helvetica Neue"/>
                <a:cs typeface="Helvetica Neue"/>
                <a:sym typeface="Helvetica Neue"/>
              </a:endParaRPr>
            </a:p>
          </p:txBody>
        </p:sp>
        <p:sp>
          <p:nvSpPr>
            <p:cNvPr id="203" name="Google Shape;203;p44"/>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666666"/>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_Title+Body+Image">
  <p:cSld name="CUSTOM_4_1_2">
    <p:bg>
      <p:bgPr>
        <a:solidFill>
          <a:schemeClr val="accent6"/>
        </a:solidFill>
      </p:bgPr>
    </p:bg>
    <p:spTree>
      <p:nvGrpSpPr>
        <p:cNvPr id="204" name="Shape 204"/>
        <p:cNvGrpSpPr/>
        <p:nvPr/>
      </p:nvGrpSpPr>
      <p:grpSpPr>
        <a:xfrm>
          <a:off x="0" y="0"/>
          <a:ext cx="0" cy="0"/>
          <a:chOff x="0" y="0"/>
          <a:chExt cx="0" cy="0"/>
        </a:xfrm>
      </p:grpSpPr>
      <p:sp>
        <p:nvSpPr>
          <p:cNvPr id="205" name="Google Shape;205;p45"/>
          <p:cNvSpPr/>
          <p:nvPr>
            <p:ph idx="2" type="pic"/>
          </p:nvPr>
        </p:nvSpPr>
        <p:spPr>
          <a:xfrm>
            <a:off x="3924000" y="625550"/>
            <a:ext cx="4798200" cy="4108500"/>
          </a:xfrm>
          <a:prstGeom prst="roundRect">
            <a:avLst>
              <a:gd fmla="val 5584" name="adj"/>
            </a:avLst>
          </a:prstGeom>
          <a:noFill/>
          <a:ln>
            <a:noFill/>
          </a:ln>
        </p:spPr>
      </p:sp>
      <p:sp>
        <p:nvSpPr>
          <p:cNvPr id="206" name="Google Shape;206;p45"/>
          <p:cNvSpPr txBox="1"/>
          <p:nvPr>
            <p:ph idx="1" type="subTitle"/>
          </p:nvPr>
        </p:nvSpPr>
        <p:spPr>
          <a:xfrm>
            <a:off x="3823725" y="188850"/>
            <a:ext cx="1496700" cy="149400"/>
          </a:xfrm>
          <a:prstGeom prst="rect">
            <a:avLst/>
          </a:prstGeom>
          <a:noFill/>
          <a:ln>
            <a:noFill/>
          </a:ln>
        </p:spPr>
        <p:txBody>
          <a:bodyPr anchorCtr="0" anchor="ctr" bIns="45725" lIns="45725" spcFirstLastPara="1" rIns="45725" wrap="square" tIns="45725">
            <a:noAutofit/>
          </a:bodyPr>
          <a:lstStyle>
            <a:lvl1pPr lvl="0" rtl="0" algn="ctr">
              <a:lnSpc>
                <a:spcPct val="100000"/>
              </a:lnSpc>
              <a:spcBef>
                <a:spcPts val="0"/>
              </a:spcBef>
              <a:spcAft>
                <a:spcPts val="0"/>
              </a:spcAft>
              <a:buClr>
                <a:schemeClr val="dk2"/>
              </a:buClr>
              <a:buSzPts val="800"/>
              <a:buNone/>
              <a:defRPr sz="800"/>
            </a:lvl1pPr>
            <a:lvl2pPr lvl="1" rtl="0" algn="ctr">
              <a:lnSpc>
                <a:spcPct val="100000"/>
              </a:lnSpc>
              <a:spcBef>
                <a:spcPts val="0"/>
              </a:spcBef>
              <a:spcAft>
                <a:spcPts val="0"/>
              </a:spcAft>
              <a:buClr>
                <a:schemeClr val="dk2"/>
              </a:buClr>
              <a:buSzPts val="800"/>
              <a:buNone/>
              <a:defRPr sz="800"/>
            </a:lvl2pPr>
            <a:lvl3pPr lvl="2" rtl="0" algn="ctr">
              <a:lnSpc>
                <a:spcPct val="100000"/>
              </a:lnSpc>
              <a:spcBef>
                <a:spcPts val="0"/>
              </a:spcBef>
              <a:spcAft>
                <a:spcPts val="0"/>
              </a:spcAft>
              <a:buClr>
                <a:schemeClr val="dk2"/>
              </a:buClr>
              <a:buSzPts val="800"/>
              <a:buNone/>
              <a:defRPr sz="800"/>
            </a:lvl3pPr>
            <a:lvl4pPr lvl="3" rtl="0" algn="ctr">
              <a:lnSpc>
                <a:spcPct val="100000"/>
              </a:lnSpc>
              <a:spcBef>
                <a:spcPts val="0"/>
              </a:spcBef>
              <a:spcAft>
                <a:spcPts val="0"/>
              </a:spcAft>
              <a:buClr>
                <a:schemeClr val="dk2"/>
              </a:buClr>
              <a:buSzPts val="800"/>
              <a:buNone/>
              <a:defRPr sz="800"/>
            </a:lvl4pPr>
            <a:lvl5pPr lvl="4" rtl="0" algn="ctr">
              <a:lnSpc>
                <a:spcPct val="100000"/>
              </a:lnSpc>
              <a:spcBef>
                <a:spcPts val="0"/>
              </a:spcBef>
              <a:spcAft>
                <a:spcPts val="0"/>
              </a:spcAft>
              <a:buClr>
                <a:schemeClr val="dk2"/>
              </a:buClr>
              <a:buSzPts val="800"/>
              <a:buNone/>
              <a:defRPr sz="800"/>
            </a:lvl5pPr>
            <a:lvl6pPr lvl="5" rtl="0" algn="ctr">
              <a:lnSpc>
                <a:spcPct val="100000"/>
              </a:lnSpc>
              <a:spcBef>
                <a:spcPts val="0"/>
              </a:spcBef>
              <a:spcAft>
                <a:spcPts val="0"/>
              </a:spcAft>
              <a:buClr>
                <a:schemeClr val="dk2"/>
              </a:buClr>
              <a:buSzPts val="800"/>
              <a:buNone/>
              <a:defRPr sz="800"/>
            </a:lvl6pPr>
            <a:lvl7pPr lvl="6" rtl="0" algn="ctr">
              <a:lnSpc>
                <a:spcPct val="100000"/>
              </a:lnSpc>
              <a:spcBef>
                <a:spcPts val="0"/>
              </a:spcBef>
              <a:spcAft>
                <a:spcPts val="0"/>
              </a:spcAft>
              <a:buClr>
                <a:schemeClr val="dk2"/>
              </a:buClr>
              <a:buSzPts val="800"/>
              <a:buNone/>
              <a:defRPr sz="800"/>
            </a:lvl7pPr>
            <a:lvl8pPr lvl="7" rtl="0" algn="ctr">
              <a:lnSpc>
                <a:spcPct val="100000"/>
              </a:lnSpc>
              <a:spcBef>
                <a:spcPts val="0"/>
              </a:spcBef>
              <a:spcAft>
                <a:spcPts val="0"/>
              </a:spcAft>
              <a:buClr>
                <a:schemeClr val="dk2"/>
              </a:buClr>
              <a:buSzPts val="800"/>
              <a:buNone/>
              <a:defRPr sz="800"/>
            </a:lvl8pPr>
            <a:lvl9pPr lvl="8" rtl="0" algn="ctr">
              <a:lnSpc>
                <a:spcPct val="100000"/>
              </a:lnSpc>
              <a:spcBef>
                <a:spcPts val="0"/>
              </a:spcBef>
              <a:spcAft>
                <a:spcPts val="0"/>
              </a:spcAft>
              <a:buClr>
                <a:schemeClr val="dk2"/>
              </a:buClr>
              <a:buSzPts val="800"/>
              <a:buNone/>
              <a:defRPr sz="800"/>
            </a:lvl9pPr>
          </a:lstStyle>
          <a:p/>
        </p:txBody>
      </p:sp>
      <p:sp>
        <p:nvSpPr>
          <p:cNvPr id="207" name="Google Shape;207;p45"/>
          <p:cNvSpPr txBox="1"/>
          <p:nvPr>
            <p:ph idx="3" type="subTitle"/>
          </p:nvPr>
        </p:nvSpPr>
        <p:spPr>
          <a:xfrm>
            <a:off x="414000" y="188850"/>
            <a:ext cx="1496700" cy="149400"/>
          </a:xfrm>
          <a:prstGeom prst="rect">
            <a:avLst/>
          </a:prstGeom>
          <a:noFill/>
          <a:ln>
            <a:noFill/>
          </a:ln>
        </p:spPr>
        <p:txBody>
          <a:bodyPr anchorCtr="0" anchor="ctr" bIns="45725" lIns="45725" spcFirstLastPara="1" rIns="45725" wrap="square" tIns="45725">
            <a:noAutofit/>
          </a:bodyPr>
          <a:lstStyle>
            <a:lvl1pPr lvl="0" rtl="0">
              <a:lnSpc>
                <a:spcPct val="100000"/>
              </a:lnSpc>
              <a:spcBef>
                <a:spcPts val="0"/>
              </a:spcBef>
              <a:spcAft>
                <a:spcPts val="0"/>
              </a:spcAft>
              <a:buClr>
                <a:schemeClr val="dk2"/>
              </a:buClr>
              <a:buSzPts val="800"/>
              <a:buNone/>
              <a:defRPr sz="800"/>
            </a:lvl1pPr>
            <a:lvl2pPr lvl="1" rtl="0">
              <a:lnSpc>
                <a:spcPct val="100000"/>
              </a:lnSpc>
              <a:spcBef>
                <a:spcPts val="0"/>
              </a:spcBef>
              <a:spcAft>
                <a:spcPts val="0"/>
              </a:spcAft>
              <a:buClr>
                <a:schemeClr val="dk2"/>
              </a:buClr>
              <a:buSzPts val="800"/>
              <a:buNone/>
              <a:defRPr sz="800"/>
            </a:lvl2pPr>
            <a:lvl3pPr lvl="2" rtl="0">
              <a:lnSpc>
                <a:spcPct val="100000"/>
              </a:lnSpc>
              <a:spcBef>
                <a:spcPts val="0"/>
              </a:spcBef>
              <a:spcAft>
                <a:spcPts val="0"/>
              </a:spcAft>
              <a:buClr>
                <a:schemeClr val="dk2"/>
              </a:buClr>
              <a:buSzPts val="800"/>
              <a:buNone/>
              <a:defRPr sz="800"/>
            </a:lvl3pPr>
            <a:lvl4pPr lvl="3" rtl="0">
              <a:lnSpc>
                <a:spcPct val="100000"/>
              </a:lnSpc>
              <a:spcBef>
                <a:spcPts val="0"/>
              </a:spcBef>
              <a:spcAft>
                <a:spcPts val="0"/>
              </a:spcAft>
              <a:buClr>
                <a:schemeClr val="dk2"/>
              </a:buClr>
              <a:buSzPts val="800"/>
              <a:buNone/>
              <a:defRPr sz="800"/>
            </a:lvl4pPr>
            <a:lvl5pPr lvl="4" rtl="0">
              <a:lnSpc>
                <a:spcPct val="100000"/>
              </a:lnSpc>
              <a:spcBef>
                <a:spcPts val="0"/>
              </a:spcBef>
              <a:spcAft>
                <a:spcPts val="0"/>
              </a:spcAft>
              <a:buClr>
                <a:schemeClr val="dk2"/>
              </a:buClr>
              <a:buSzPts val="800"/>
              <a:buNone/>
              <a:defRPr sz="800"/>
            </a:lvl5pPr>
            <a:lvl6pPr lvl="5" rtl="0">
              <a:lnSpc>
                <a:spcPct val="100000"/>
              </a:lnSpc>
              <a:spcBef>
                <a:spcPts val="0"/>
              </a:spcBef>
              <a:spcAft>
                <a:spcPts val="0"/>
              </a:spcAft>
              <a:buClr>
                <a:schemeClr val="dk2"/>
              </a:buClr>
              <a:buSzPts val="800"/>
              <a:buNone/>
              <a:defRPr sz="800"/>
            </a:lvl6pPr>
            <a:lvl7pPr lvl="6" rtl="0">
              <a:lnSpc>
                <a:spcPct val="100000"/>
              </a:lnSpc>
              <a:spcBef>
                <a:spcPts val="0"/>
              </a:spcBef>
              <a:spcAft>
                <a:spcPts val="0"/>
              </a:spcAft>
              <a:buClr>
                <a:schemeClr val="dk2"/>
              </a:buClr>
              <a:buSzPts val="800"/>
              <a:buNone/>
              <a:defRPr sz="800"/>
            </a:lvl7pPr>
            <a:lvl8pPr lvl="7" rtl="0">
              <a:lnSpc>
                <a:spcPct val="100000"/>
              </a:lnSpc>
              <a:spcBef>
                <a:spcPts val="0"/>
              </a:spcBef>
              <a:spcAft>
                <a:spcPts val="0"/>
              </a:spcAft>
              <a:buClr>
                <a:schemeClr val="dk2"/>
              </a:buClr>
              <a:buSzPts val="800"/>
              <a:buNone/>
              <a:defRPr sz="800"/>
            </a:lvl8pPr>
            <a:lvl9pPr lvl="8" rtl="0">
              <a:lnSpc>
                <a:spcPct val="100000"/>
              </a:lnSpc>
              <a:spcBef>
                <a:spcPts val="0"/>
              </a:spcBef>
              <a:spcAft>
                <a:spcPts val="0"/>
              </a:spcAft>
              <a:buClr>
                <a:schemeClr val="dk2"/>
              </a:buClr>
              <a:buSzPts val="800"/>
              <a:buNone/>
              <a:defRPr sz="800"/>
            </a:lvl9pPr>
          </a:lstStyle>
          <a:p/>
        </p:txBody>
      </p:sp>
      <p:cxnSp>
        <p:nvCxnSpPr>
          <p:cNvPr id="208" name="Google Shape;208;p45"/>
          <p:cNvCxnSpPr/>
          <p:nvPr/>
        </p:nvCxnSpPr>
        <p:spPr>
          <a:xfrm>
            <a:off x="418750" y="414000"/>
            <a:ext cx="8303400" cy="0"/>
          </a:xfrm>
          <a:prstGeom prst="straightConnector1">
            <a:avLst/>
          </a:prstGeom>
          <a:noFill/>
          <a:ln cap="flat" cmpd="sng" w="9525">
            <a:solidFill>
              <a:schemeClr val="dk2"/>
            </a:solidFill>
            <a:prstDash val="solid"/>
            <a:round/>
            <a:headEnd len="med" w="med" type="none"/>
            <a:tailEnd len="med" w="med" type="none"/>
          </a:ln>
        </p:spPr>
      </p:cxnSp>
      <p:sp>
        <p:nvSpPr>
          <p:cNvPr id="209" name="Google Shape;209;p45"/>
          <p:cNvSpPr txBox="1"/>
          <p:nvPr>
            <p:ph idx="12" type="sldNum"/>
          </p:nvPr>
        </p:nvSpPr>
        <p:spPr>
          <a:xfrm>
            <a:off x="8181296" y="200026"/>
            <a:ext cx="548700" cy="123000"/>
          </a:xfrm>
          <a:prstGeom prst="rect">
            <a:avLst/>
          </a:prstGeom>
        </p:spPr>
        <p:txBody>
          <a:bodyPr anchorCtr="0" anchor="ctr" bIns="0" lIns="0" spcFirstLastPara="1" rIns="0" wrap="square" tIns="0">
            <a:spAutoFit/>
          </a:bodyPr>
          <a:lstStyle>
            <a:lvl1pPr lvl="0" rtl="0">
              <a:buNone/>
              <a:defRPr sz="800"/>
            </a:lvl1pPr>
            <a:lvl2pPr lvl="1" rtl="0">
              <a:buNone/>
              <a:defRPr sz="800"/>
            </a:lvl2pPr>
            <a:lvl3pPr lvl="2" rtl="0">
              <a:buNone/>
              <a:defRPr sz="800"/>
            </a:lvl3pPr>
            <a:lvl4pPr lvl="3" rtl="0">
              <a:buNone/>
              <a:defRPr sz="800"/>
            </a:lvl4pPr>
            <a:lvl5pPr lvl="4" rtl="0">
              <a:buNone/>
              <a:defRPr sz="800"/>
            </a:lvl5pPr>
            <a:lvl6pPr lvl="5" rtl="0">
              <a:buNone/>
              <a:defRPr sz="800"/>
            </a:lvl6pPr>
            <a:lvl7pPr lvl="6" rtl="0">
              <a:buNone/>
              <a:defRPr sz="800"/>
            </a:lvl7pPr>
            <a:lvl8pPr lvl="7" rtl="0">
              <a:buNone/>
              <a:defRPr sz="800"/>
            </a:lvl8pPr>
            <a:lvl9pPr lvl="8" rtl="0">
              <a:buNone/>
              <a:defRPr sz="800"/>
            </a:lvl9pPr>
          </a:lstStyle>
          <a:p>
            <a:pPr indent="0" lvl="0" marL="0" rtl="0" algn="r">
              <a:spcBef>
                <a:spcPts val="0"/>
              </a:spcBef>
              <a:spcAft>
                <a:spcPts val="0"/>
              </a:spcAft>
              <a:buNone/>
            </a:pPr>
            <a:fld id="{00000000-1234-1234-1234-123412341234}" type="slidenum">
              <a:rPr lang="en"/>
              <a:t>‹#›</a:t>
            </a:fld>
            <a:endParaRPr/>
          </a:p>
        </p:txBody>
      </p:sp>
      <p:sp>
        <p:nvSpPr>
          <p:cNvPr id="210" name="Google Shape;210;p45"/>
          <p:cNvSpPr txBox="1"/>
          <p:nvPr>
            <p:ph idx="4" type="body"/>
          </p:nvPr>
        </p:nvSpPr>
        <p:spPr>
          <a:xfrm>
            <a:off x="414000" y="2483150"/>
            <a:ext cx="2695200" cy="2246400"/>
          </a:xfrm>
          <a:prstGeom prst="rect">
            <a:avLst/>
          </a:prstGeom>
          <a:noFill/>
          <a:ln>
            <a:noFill/>
          </a:ln>
        </p:spPr>
        <p:txBody>
          <a:bodyPr anchorCtr="0" anchor="t" bIns="0" lIns="0" spcFirstLastPara="1" rIns="0" wrap="square" tIns="0">
            <a:spAutoFit/>
          </a:bodyPr>
          <a:lstStyle>
            <a:lvl1pPr indent="-304800" lvl="0" marL="457200" marR="0" rtl="0" algn="l">
              <a:lnSpc>
                <a:spcPct val="110000"/>
              </a:lnSpc>
              <a:spcBef>
                <a:spcPts val="0"/>
              </a:spcBef>
              <a:spcAft>
                <a:spcPts val="0"/>
              </a:spcAft>
              <a:buClr>
                <a:srgbClr val="012015"/>
              </a:buClr>
              <a:buSzPts val="1200"/>
              <a:buFont typeface="Helvetica Neue"/>
              <a:buChar char="•"/>
              <a:defRPr i="0" sz="1200" u="none" cap="none" strike="noStrike">
                <a:solidFill>
                  <a:srgbClr val="012015"/>
                </a:solidFill>
                <a:latin typeface="Helvetica Neue"/>
                <a:ea typeface="Helvetica Neue"/>
                <a:cs typeface="Helvetica Neue"/>
                <a:sym typeface="Helvetica Neue"/>
              </a:defRPr>
            </a:lvl1pPr>
            <a:lvl2pPr indent="-273050" lvl="1" marL="914400" marR="0" rtl="0" algn="l">
              <a:lnSpc>
                <a:spcPct val="110000"/>
              </a:lnSpc>
              <a:spcBef>
                <a:spcPts val="0"/>
              </a:spcBef>
              <a:spcAft>
                <a:spcPts val="0"/>
              </a:spcAft>
              <a:buClr>
                <a:srgbClr val="012015"/>
              </a:buClr>
              <a:buSzPts val="700"/>
              <a:buFont typeface="Helvetica Neue"/>
              <a:buChar char="-"/>
              <a:defRPr i="0" sz="700" u="none" cap="none" strike="noStrike">
                <a:solidFill>
                  <a:srgbClr val="012015"/>
                </a:solidFill>
                <a:latin typeface="Helvetica Neue"/>
                <a:ea typeface="Helvetica Neue"/>
                <a:cs typeface="Helvetica Neue"/>
                <a:sym typeface="Helvetica Neue"/>
              </a:defRPr>
            </a:lvl2pPr>
            <a:lvl3pPr indent="-304800" lvl="2" marL="1371600" marR="0" rtl="0" algn="l">
              <a:lnSpc>
                <a:spcPct val="110000"/>
              </a:lnSpc>
              <a:spcBef>
                <a:spcPts val="0"/>
              </a:spcBef>
              <a:spcAft>
                <a:spcPts val="0"/>
              </a:spcAft>
              <a:buClr>
                <a:srgbClr val="012015"/>
              </a:buClr>
              <a:buSzPts val="1200"/>
              <a:buFont typeface="Helvetica Neue"/>
              <a:buChar char="‣"/>
              <a:defRPr i="0" sz="1200" u="none" cap="none" strike="noStrike">
                <a:solidFill>
                  <a:srgbClr val="012015"/>
                </a:solidFill>
                <a:latin typeface="Helvetica Neue"/>
                <a:ea typeface="Helvetica Neue"/>
                <a:cs typeface="Helvetica Neue"/>
                <a:sym typeface="Helvetica Neue"/>
              </a:defRPr>
            </a:lvl3pPr>
            <a:lvl4pPr indent="-304800" lvl="3" marL="1828800" marR="0" rtl="0" algn="l">
              <a:lnSpc>
                <a:spcPct val="110000"/>
              </a:lnSpc>
              <a:spcBef>
                <a:spcPts val="0"/>
              </a:spcBef>
              <a:spcAft>
                <a:spcPts val="0"/>
              </a:spcAft>
              <a:buClr>
                <a:srgbClr val="012015"/>
              </a:buClr>
              <a:buSzPts val="1200"/>
              <a:buFont typeface="Helvetica Neue"/>
              <a:buChar char="๏"/>
              <a:defRPr i="0" sz="1200" u="none" cap="none" strike="noStrike">
                <a:solidFill>
                  <a:srgbClr val="012015"/>
                </a:solidFill>
                <a:latin typeface="Helvetica Neue"/>
                <a:ea typeface="Helvetica Neue"/>
                <a:cs typeface="Helvetica Neue"/>
                <a:sym typeface="Helvetica Neue"/>
              </a:defRPr>
            </a:lvl4pPr>
            <a:lvl5pPr indent="-304800" lvl="4" marL="2286000" marR="0" rtl="0" algn="l">
              <a:lnSpc>
                <a:spcPct val="110000"/>
              </a:lnSpc>
              <a:spcBef>
                <a:spcPts val="0"/>
              </a:spcBef>
              <a:spcAft>
                <a:spcPts val="0"/>
              </a:spcAft>
              <a:buClr>
                <a:srgbClr val="012015"/>
              </a:buClr>
              <a:buSzPts val="1200"/>
              <a:buFont typeface="Helvetica Neue"/>
              <a:buChar char="•"/>
              <a:defRPr i="0" sz="1200" u="none" cap="none" strike="noStrike">
                <a:solidFill>
                  <a:srgbClr val="012015"/>
                </a:solidFill>
                <a:latin typeface="Helvetica Neue"/>
                <a:ea typeface="Helvetica Neue"/>
                <a:cs typeface="Helvetica Neue"/>
                <a:sym typeface="Helvetica Neue"/>
              </a:defRPr>
            </a:lvl5pPr>
            <a:lvl6pPr indent="-304800" lvl="5" marL="2743200" marR="0" rtl="0" algn="l">
              <a:lnSpc>
                <a:spcPct val="110000"/>
              </a:lnSpc>
              <a:spcBef>
                <a:spcPts val="0"/>
              </a:spcBef>
              <a:spcAft>
                <a:spcPts val="0"/>
              </a:spcAft>
              <a:buClr>
                <a:srgbClr val="012015"/>
              </a:buClr>
              <a:buSzPts val="1200"/>
              <a:buFont typeface="Helvetica Neue"/>
              <a:buChar char="•"/>
              <a:defRPr i="0" sz="1200" u="none" cap="none" strike="noStrike">
                <a:solidFill>
                  <a:srgbClr val="012015"/>
                </a:solidFill>
                <a:latin typeface="Helvetica Neue"/>
                <a:ea typeface="Helvetica Neue"/>
                <a:cs typeface="Helvetica Neue"/>
                <a:sym typeface="Helvetica Neue"/>
              </a:defRPr>
            </a:lvl6pPr>
            <a:lvl7pPr indent="-304800" lvl="6" marL="3200400" marR="0" rtl="0" algn="l">
              <a:lnSpc>
                <a:spcPct val="110000"/>
              </a:lnSpc>
              <a:spcBef>
                <a:spcPts val="0"/>
              </a:spcBef>
              <a:spcAft>
                <a:spcPts val="0"/>
              </a:spcAft>
              <a:buClr>
                <a:srgbClr val="012015"/>
              </a:buClr>
              <a:buSzPts val="1200"/>
              <a:buFont typeface="Helvetica Neue"/>
              <a:buChar char="•"/>
              <a:defRPr i="0" sz="1200" u="none" cap="none" strike="noStrike">
                <a:solidFill>
                  <a:srgbClr val="012015"/>
                </a:solidFill>
                <a:latin typeface="Helvetica Neue"/>
                <a:ea typeface="Helvetica Neue"/>
                <a:cs typeface="Helvetica Neue"/>
                <a:sym typeface="Helvetica Neue"/>
              </a:defRPr>
            </a:lvl7pPr>
            <a:lvl8pPr indent="-304800" lvl="7" marL="3657600" marR="0" rtl="0" algn="l">
              <a:lnSpc>
                <a:spcPct val="110000"/>
              </a:lnSpc>
              <a:spcBef>
                <a:spcPts val="0"/>
              </a:spcBef>
              <a:spcAft>
                <a:spcPts val="0"/>
              </a:spcAft>
              <a:buClr>
                <a:srgbClr val="012015"/>
              </a:buClr>
              <a:buSzPts val="1200"/>
              <a:buFont typeface="Helvetica Neue"/>
              <a:buChar char="•"/>
              <a:defRPr i="0" sz="1200" u="none" cap="none" strike="noStrike">
                <a:solidFill>
                  <a:srgbClr val="012015"/>
                </a:solidFill>
                <a:latin typeface="Helvetica Neue"/>
                <a:ea typeface="Helvetica Neue"/>
                <a:cs typeface="Helvetica Neue"/>
                <a:sym typeface="Helvetica Neue"/>
              </a:defRPr>
            </a:lvl8pPr>
            <a:lvl9pPr indent="-304800" lvl="8" marL="4114800" marR="0" rtl="0" algn="l">
              <a:lnSpc>
                <a:spcPct val="110000"/>
              </a:lnSpc>
              <a:spcBef>
                <a:spcPts val="0"/>
              </a:spcBef>
              <a:spcAft>
                <a:spcPts val="0"/>
              </a:spcAft>
              <a:buClr>
                <a:srgbClr val="012015"/>
              </a:buClr>
              <a:buSzPts val="1200"/>
              <a:buFont typeface="Helvetica Neue"/>
              <a:buChar char="•"/>
              <a:defRPr i="0" sz="1200" u="none" cap="none" strike="noStrike">
                <a:solidFill>
                  <a:srgbClr val="012015"/>
                </a:solidFill>
                <a:latin typeface="Helvetica Neue"/>
                <a:ea typeface="Helvetica Neue"/>
                <a:cs typeface="Helvetica Neue"/>
                <a:sym typeface="Helvetica Neue"/>
              </a:defRPr>
            </a:lvl9pPr>
          </a:lstStyle>
          <a:p/>
        </p:txBody>
      </p:sp>
      <p:sp>
        <p:nvSpPr>
          <p:cNvPr id="211" name="Google Shape;211;p45"/>
          <p:cNvSpPr txBox="1"/>
          <p:nvPr>
            <p:ph type="title"/>
          </p:nvPr>
        </p:nvSpPr>
        <p:spPr>
          <a:xfrm>
            <a:off x="418750" y="575000"/>
            <a:ext cx="3397500" cy="878700"/>
          </a:xfrm>
          <a:prstGeom prst="rect">
            <a:avLst/>
          </a:prstGeom>
          <a:noFill/>
          <a:ln>
            <a:noFill/>
          </a:ln>
        </p:spPr>
        <p:txBody>
          <a:bodyPr anchorCtr="0" anchor="t" bIns="45725" lIns="45725" spcFirstLastPara="1" rIns="45725" wrap="square" tIns="45725">
            <a:spAutoFit/>
          </a:bodyPr>
          <a:lstStyle>
            <a:lvl1pPr lvl="0" rtl="0">
              <a:lnSpc>
                <a:spcPct val="90000"/>
              </a:lnSpc>
              <a:spcBef>
                <a:spcPts val="0"/>
              </a:spcBef>
              <a:spcAft>
                <a:spcPts val="0"/>
              </a:spcAft>
              <a:buClr>
                <a:schemeClr val="dk2"/>
              </a:buClr>
              <a:buSzPts val="3000"/>
              <a:buNone/>
              <a:defRPr sz="3000">
                <a:solidFill>
                  <a:schemeClr val="dk2"/>
                </a:solidFill>
              </a:defRPr>
            </a:lvl1pPr>
            <a:lvl2pPr lvl="1" rtl="0">
              <a:lnSpc>
                <a:spcPct val="90000"/>
              </a:lnSpc>
              <a:spcBef>
                <a:spcPts val="0"/>
              </a:spcBef>
              <a:spcAft>
                <a:spcPts val="0"/>
              </a:spcAft>
              <a:buClr>
                <a:schemeClr val="dk2"/>
              </a:buClr>
              <a:buSzPts val="3000"/>
              <a:buNone/>
              <a:defRPr sz="3000">
                <a:solidFill>
                  <a:schemeClr val="dk2"/>
                </a:solidFill>
              </a:defRPr>
            </a:lvl2pPr>
            <a:lvl3pPr lvl="2" rtl="0">
              <a:lnSpc>
                <a:spcPct val="90000"/>
              </a:lnSpc>
              <a:spcBef>
                <a:spcPts val="0"/>
              </a:spcBef>
              <a:spcAft>
                <a:spcPts val="0"/>
              </a:spcAft>
              <a:buClr>
                <a:schemeClr val="dk2"/>
              </a:buClr>
              <a:buSzPts val="3000"/>
              <a:buNone/>
              <a:defRPr sz="3000">
                <a:solidFill>
                  <a:schemeClr val="dk2"/>
                </a:solidFill>
              </a:defRPr>
            </a:lvl3pPr>
            <a:lvl4pPr lvl="3" rtl="0">
              <a:lnSpc>
                <a:spcPct val="90000"/>
              </a:lnSpc>
              <a:spcBef>
                <a:spcPts val="0"/>
              </a:spcBef>
              <a:spcAft>
                <a:spcPts val="0"/>
              </a:spcAft>
              <a:buClr>
                <a:schemeClr val="dk2"/>
              </a:buClr>
              <a:buSzPts val="3000"/>
              <a:buNone/>
              <a:defRPr sz="3000">
                <a:solidFill>
                  <a:schemeClr val="dk2"/>
                </a:solidFill>
              </a:defRPr>
            </a:lvl4pPr>
            <a:lvl5pPr lvl="4" rtl="0">
              <a:lnSpc>
                <a:spcPct val="90000"/>
              </a:lnSpc>
              <a:spcBef>
                <a:spcPts val="0"/>
              </a:spcBef>
              <a:spcAft>
                <a:spcPts val="0"/>
              </a:spcAft>
              <a:buClr>
                <a:schemeClr val="dk2"/>
              </a:buClr>
              <a:buSzPts val="3000"/>
              <a:buNone/>
              <a:defRPr sz="3000">
                <a:solidFill>
                  <a:schemeClr val="dk2"/>
                </a:solidFill>
              </a:defRPr>
            </a:lvl5pPr>
            <a:lvl6pPr lvl="5" rtl="0">
              <a:lnSpc>
                <a:spcPct val="90000"/>
              </a:lnSpc>
              <a:spcBef>
                <a:spcPts val="0"/>
              </a:spcBef>
              <a:spcAft>
                <a:spcPts val="0"/>
              </a:spcAft>
              <a:buClr>
                <a:schemeClr val="dk2"/>
              </a:buClr>
              <a:buSzPts val="3000"/>
              <a:buNone/>
              <a:defRPr sz="3000">
                <a:solidFill>
                  <a:schemeClr val="dk2"/>
                </a:solidFill>
              </a:defRPr>
            </a:lvl6pPr>
            <a:lvl7pPr lvl="6" rtl="0">
              <a:lnSpc>
                <a:spcPct val="90000"/>
              </a:lnSpc>
              <a:spcBef>
                <a:spcPts val="0"/>
              </a:spcBef>
              <a:spcAft>
                <a:spcPts val="0"/>
              </a:spcAft>
              <a:buClr>
                <a:schemeClr val="dk2"/>
              </a:buClr>
              <a:buSzPts val="3000"/>
              <a:buNone/>
              <a:defRPr sz="3000">
                <a:solidFill>
                  <a:schemeClr val="dk2"/>
                </a:solidFill>
              </a:defRPr>
            </a:lvl7pPr>
            <a:lvl8pPr lvl="7" rtl="0">
              <a:lnSpc>
                <a:spcPct val="90000"/>
              </a:lnSpc>
              <a:spcBef>
                <a:spcPts val="0"/>
              </a:spcBef>
              <a:spcAft>
                <a:spcPts val="0"/>
              </a:spcAft>
              <a:buClr>
                <a:schemeClr val="dk2"/>
              </a:buClr>
              <a:buSzPts val="3000"/>
              <a:buNone/>
              <a:defRPr sz="3000">
                <a:solidFill>
                  <a:schemeClr val="dk2"/>
                </a:solidFill>
              </a:defRPr>
            </a:lvl8pPr>
            <a:lvl9pPr lvl="8" rtl="0">
              <a:lnSpc>
                <a:spcPct val="90000"/>
              </a:lnSpc>
              <a:spcBef>
                <a:spcPts val="0"/>
              </a:spcBef>
              <a:spcAft>
                <a:spcPts val="0"/>
              </a:spcAft>
              <a:buClr>
                <a:schemeClr val="dk2"/>
              </a:buClr>
              <a:buSzPts val="3000"/>
              <a:buNone/>
              <a:defRPr sz="3000">
                <a:solidFill>
                  <a:schemeClr val="dk2"/>
                </a:solidFill>
              </a:defRPr>
            </a:lvl9pPr>
          </a:lstStyle>
          <a:p/>
        </p:txBody>
      </p:sp>
    </p:spTree>
  </p:cSld>
  <p:clrMapOvr>
    <a:masterClrMapping/>
  </p:clrMapOvr>
  <p:extLst>
    <p:ext uri="{DCECCB84-F9BA-43D5-87BE-67443E8EF086}">
      <p15:sldGuideLst>
        <p15:guide id="1" orient="horz" pos="394">
          <p15:clr>
            <a:srgbClr val="FA7B17"/>
          </p15:clr>
        </p15:guide>
        <p15:guide id="2" orient="horz" pos="1564">
          <p15:clr>
            <a:srgbClr val="FA7B17"/>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Tinted Green">
  <p:cSld name="TITLE_1_18_1_1_1_1_1_2_1_9_1_1_1_1_1_1_1_1_1">
    <p:bg>
      <p:bgPr>
        <a:solidFill>
          <a:srgbClr val="002838"/>
        </a:solidFill>
      </p:bgPr>
    </p:bg>
    <p:spTree>
      <p:nvGrpSpPr>
        <p:cNvPr id="212" name="Shape 212"/>
        <p:cNvGrpSpPr/>
        <p:nvPr/>
      </p:nvGrpSpPr>
      <p:grpSpPr>
        <a:xfrm>
          <a:off x="0" y="0"/>
          <a:ext cx="0" cy="0"/>
          <a:chOff x="0" y="0"/>
          <a:chExt cx="0" cy="0"/>
        </a:xfrm>
      </p:grpSpPr>
      <p:grpSp>
        <p:nvGrpSpPr>
          <p:cNvPr id="213" name="Google Shape;213;p46"/>
          <p:cNvGrpSpPr/>
          <p:nvPr/>
        </p:nvGrpSpPr>
        <p:grpSpPr>
          <a:xfrm>
            <a:off x="279445" y="4857271"/>
            <a:ext cx="8574994" cy="346800"/>
            <a:chOff x="279445" y="228475"/>
            <a:chExt cx="8574994" cy="346800"/>
          </a:xfrm>
        </p:grpSpPr>
        <p:sp>
          <p:nvSpPr>
            <p:cNvPr id="214" name="Google Shape;214;p46"/>
            <p:cNvSpPr txBox="1"/>
            <p:nvPr/>
          </p:nvSpPr>
          <p:spPr>
            <a:xfrm>
              <a:off x="6011051"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chemeClr val="lt1"/>
                  </a:solidFill>
                  <a:latin typeface="Helvetica Neue"/>
                  <a:ea typeface="Helvetica Neue"/>
                  <a:cs typeface="Helvetica Neue"/>
                  <a:sym typeface="Helvetica Neue"/>
                </a:rPr>
                <a:t>Proprietary &amp; Confidential</a:t>
              </a:r>
              <a:endParaRPr sz="500">
                <a:solidFill>
                  <a:schemeClr val="lt1"/>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chemeClr val="lt1"/>
                </a:solidFill>
                <a:latin typeface="Helvetica Neue"/>
                <a:ea typeface="Helvetica Neue"/>
                <a:cs typeface="Helvetica Neue"/>
                <a:sym typeface="Helvetica Neue"/>
              </a:endParaRPr>
            </a:p>
          </p:txBody>
        </p:sp>
        <p:sp>
          <p:nvSpPr>
            <p:cNvPr id="215" name="Google Shape;215;p46"/>
            <p:cNvSpPr txBox="1"/>
            <p:nvPr/>
          </p:nvSpPr>
          <p:spPr>
            <a:xfrm>
              <a:off x="8573339"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chemeClr val="lt1"/>
                  </a:solidFill>
                  <a:latin typeface="Helvetica Neue"/>
                  <a:ea typeface="Helvetica Neue"/>
                  <a:cs typeface="Helvetica Neue"/>
                  <a:sym typeface="Helvetica Neue"/>
                </a:rPr>
                <a:t>‹#›</a:t>
              </a:fld>
              <a:endParaRPr sz="500">
                <a:solidFill>
                  <a:schemeClr val="lt1"/>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chemeClr val="lt1"/>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chemeClr val="lt1"/>
                </a:solidFill>
                <a:latin typeface="Helvetica Neue"/>
                <a:ea typeface="Helvetica Neue"/>
                <a:cs typeface="Helvetica Neue"/>
                <a:sym typeface="Helvetica Neue"/>
              </a:endParaRPr>
            </a:p>
          </p:txBody>
        </p:sp>
        <p:sp>
          <p:nvSpPr>
            <p:cNvPr id="216" name="Google Shape;216;p46"/>
            <p:cNvSpPr txBox="1"/>
            <p:nvPr/>
          </p:nvSpPr>
          <p:spPr>
            <a:xfrm>
              <a:off x="279445"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chemeClr val="lt1"/>
                  </a:solidFill>
                  <a:latin typeface="Helvetica Neue"/>
                  <a:ea typeface="Helvetica Neue"/>
                  <a:cs typeface="Helvetica Neue"/>
                  <a:sym typeface="Helvetica Neue"/>
                </a:rPr>
                <a:t>Monks</a:t>
              </a:r>
              <a:endParaRPr sz="500">
                <a:solidFill>
                  <a:schemeClr val="lt1"/>
                </a:solidFill>
                <a:latin typeface="Helvetica Neue"/>
                <a:ea typeface="Helvetica Neue"/>
                <a:cs typeface="Helvetica Neue"/>
                <a:sym typeface="Helvetica Neue"/>
              </a:endParaRPr>
            </a:p>
          </p:txBody>
        </p:sp>
        <p:sp>
          <p:nvSpPr>
            <p:cNvPr id="217" name="Google Shape;217;p46"/>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chemeClr val="lt1"/>
                </a:solidFill>
                <a:latin typeface="Helvetica Neue"/>
                <a:ea typeface="Helvetica Neue"/>
                <a:cs typeface="Helvetica Neue"/>
                <a:sym typeface="Helvetica Neue"/>
              </a:endParaRPr>
            </a:p>
          </p:txBody>
        </p:sp>
      </p:gr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0">
          <p15:clr>
            <a:srgbClr val="FA7B17"/>
          </p15:clr>
        </p15:guide>
        <p15:guide id="8" orient="horz" pos="2520">
          <p15:clr>
            <a:srgbClr val="FA7B17"/>
          </p15:clr>
        </p15:guide>
        <p15:guide id="9" orient="horz" pos="2879">
          <p15:clr>
            <a:srgbClr val="FA7B17"/>
          </p15:clr>
        </p15:guide>
        <p15:guide id="10" orient="horz" pos="360">
          <p15:clr>
            <a:srgbClr val="FA7B17"/>
          </p15:clr>
        </p15:guide>
        <p15:guide id="11" pos="5040">
          <p15:clr>
            <a:srgbClr val="FA7B17"/>
          </p15:clr>
        </p15:guide>
        <p15:guide id="12" pos="5400">
          <p15:clr>
            <a:srgbClr val="FA7B17"/>
          </p15:clr>
        </p15:guide>
        <p15:guide id="13" pos="179">
          <p15:clr>
            <a:srgbClr val="FA7B17"/>
          </p15:clr>
        </p15:guide>
        <p15:guide id="14" orient="horz" pos="1620">
          <p15:clr>
            <a:srgbClr val="FA7B17"/>
          </p15:clr>
        </p15:guide>
        <p15:guide id="15" pos="540">
          <p15:clr>
            <a:srgbClr val="FA7B17"/>
          </p15:clr>
        </p15:guide>
        <p15:guide id="16" orient="horz" pos="540">
          <p15:clr>
            <a:srgbClr val="FA7B17"/>
          </p15:clr>
        </p15:guide>
        <p15:guide id="17" orient="horz" pos="180">
          <p15:clr>
            <a:srgbClr val="FA7B17"/>
          </p15:clr>
        </p15:guide>
        <p15:guide id="18" orient="horz" pos="3060">
          <p15:clr>
            <a:srgbClr val="FA7B17"/>
          </p15:clr>
        </p15:guide>
        <p15:guide id="19" orient="horz" pos="2700">
          <p15:clr>
            <a:srgbClr val="FA7B17"/>
          </p15:clr>
        </p15:guide>
        <p15:guide id="20" pos="5223">
          <p15:clr>
            <a:srgbClr val="FA7B17"/>
          </p15:clr>
        </p15:guide>
        <p15:guide id="21" pos="5581">
          <p15:clr>
            <a:srgbClr val="FA7B17"/>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2" name="Shape 222"/>
        <p:cNvGrpSpPr/>
        <p:nvPr/>
      </p:nvGrpSpPr>
      <p:grpSpPr>
        <a:xfrm>
          <a:off x="0" y="0"/>
          <a:ext cx="0" cy="0"/>
          <a:chOff x="0" y="0"/>
          <a:chExt cx="0" cy="0"/>
        </a:xfrm>
      </p:grpSpPr>
      <p:sp>
        <p:nvSpPr>
          <p:cNvPr id="223" name="Google Shape;223;p4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24" name="Google Shape;224;p4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25" name="Google Shape;225;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6" name="Shape 226"/>
        <p:cNvGrpSpPr/>
        <p:nvPr/>
      </p:nvGrpSpPr>
      <p:grpSpPr>
        <a:xfrm>
          <a:off x="0" y="0"/>
          <a:ext cx="0" cy="0"/>
          <a:chOff x="0" y="0"/>
          <a:chExt cx="0" cy="0"/>
        </a:xfrm>
      </p:grpSpPr>
      <p:sp>
        <p:nvSpPr>
          <p:cNvPr id="227" name="Google Shape;227;p4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28" name="Google Shape;228;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9" name="Shape 229"/>
        <p:cNvGrpSpPr/>
        <p:nvPr/>
      </p:nvGrpSpPr>
      <p:grpSpPr>
        <a:xfrm>
          <a:off x="0" y="0"/>
          <a:ext cx="0" cy="0"/>
          <a:chOff x="0" y="0"/>
          <a:chExt cx="0" cy="0"/>
        </a:xfrm>
      </p:grpSpPr>
      <p:sp>
        <p:nvSpPr>
          <p:cNvPr id="230" name="Google Shape;230;p5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1" name="Google Shape;231;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2" name="Google Shape;232;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3" name="Shape 233"/>
        <p:cNvGrpSpPr/>
        <p:nvPr/>
      </p:nvGrpSpPr>
      <p:grpSpPr>
        <a:xfrm>
          <a:off x="0" y="0"/>
          <a:ext cx="0" cy="0"/>
          <a:chOff x="0" y="0"/>
          <a:chExt cx="0" cy="0"/>
        </a:xfrm>
      </p:grpSpPr>
      <p:sp>
        <p:nvSpPr>
          <p:cNvPr id="234" name="Google Shape;234;p5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5" name="Google Shape;235;p51"/>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6" name="Google Shape;236;p51"/>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7" name="Google Shape;237;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8" name="Shape 238"/>
        <p:cNvGrpSpPr/>
        <p:nvPr/>
      </p:nvGrpSpPr>
      <p:grpSpPr>
        <a:xfrm>
          <a:off x="0" y="0"/>
          <a:ext cx="0" cy="0"/>
          <a:chOff x="0" y="0"/>
          <a:chExt cx="0" cy="0"/>
        </a:xfrm>
      </p:grpSpPr>
      <p:sp>
        <p:nvSpPr>
          <p:cNvPr id="239" name="Google Shape;239;p5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0" name="Google Shape;240;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41" name="Shape 241"/>
        <p:cNvGrpSpPr/>
        <p:nvPr/>
      </p:nvGrpSpPr>
      <p:grpSpPr>
        <a:xfrm>
          <a:off x="0" y="0"/>
          <a:ext cx="0" cy="0"/>
          <a:chOff x="0" y="0"/>
          <a:chExt cx="0" cy="0"/>
        </a:xfrm>
      </p:grpSpPr>
      <p:sp>
        <p:nvSpPr>
          <p:cNvPr id="242" name="Google Shape;242;p53"/>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43" name="Google Shape;243;p53"/>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4" name="Google Shape;244;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45" name="Shape 245"/>
        <p:cNvGrpSpPr/>
        <p:nvPr/>
      </p:nvGrpSpPr>
      <p:grpSpPr>
        <a:xfrm>
          <a:off x="0" y="0"/>
          <a:ext cx="0" cy="0"/>
          <a:chOff x="0" y="0"/>
          <a:chExt cx="0" cy="0"/>
        </a:xfrm>
      </p:grpSpPr>
      <p:sp>
        <p:nvSpPr>
          <p:cNvPr id="246" name="Google Shape;246;p54"/>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47" name="Google Shape;247;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48" name="Shape 248"/>
        <p:cNvGrpSpPr/>
        <p:nvPr/>
      </p:nvGrpSpPr>
      <p:grpSpPr>
        <a:xfrm>
          <a:off x="0" y="0"/>
          <a:ext cx="0" cy="0"/>
          <a:chOff x="0" y="0"/>
          <a:chExt cx="0" cy="0"/>
        </a:xfrm>
      </p:grpSpPr>
      <p:sp>
        <p:nvSpPr>
          <p:cNvPr id="249" name="Google Shape;249;p5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55"/>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51" name="Google Shape;251;p55"/>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52" name="Google Shape;252;p55"/>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3" name="Google Shape;253;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54" name="Shape 254"/>
        <p:cNvGrpSpPr/>
        <p:nvPr/>
      </p:nvGrpSpPr>
      <p:grpSpPr>
        <a:xfrm>
          <a:off x="0" y="0"/>
          <a:ext cx="0" cy="0"/>
          <a:chOff x="0" y="0"/>
          <a:chExt cx="0" cy="0"/>
        </a:xfrm>
      </p:grpSpPr>
      <p:sp>
        <p:nvSpPr>
          <p:cNvPr id="255" name="Google Shape;255;p56"/>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256" name="Google Shape;256;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57" name="Shape 257"/>
        <p:cNvGrpSpPr/>
        <p:nvPr/>
      </p:nvGrpSpPr>
      <p:grpSpPr>
        <a:xfrm>
          <a:off x="0" y="0"/>
          <a:ext cx="0" cy="0"/>
          <a:chOff x="0" y="0"/>
          <a:chExt cx="0" cy="0"/>
        </a:xfrm>
      </p:grpSpPr>
      <p:sp>
        <p:nvSpPr>
          <p:cNvPr id="258" name="Google Shape;258;p57"/>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59" name="Google Shape;259;p57"/>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260" name="Google Shape;260;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1" name="Shape 261"/>
        <p:cNvGrpSpPr/>
        <p:nvPr/>
      </p:nvGrpSpPr>
      <p:grpSpPr>
        <a:xfrm>
          <a:off x="0" y="0"/>
          <a:ext cx="0" cy="0"/>
          <a:chOff x="0" y="0"/>
          <a:chExt cx="0" cy="0"/>
        </a:xfrm>
      </p:grpSpPr>
      <p:sp>
        <p:nvSpPr>
          <p:cNvPr id="262" name="Google Shape;262;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1">
  <p:cSld name="TITLE_1_18_1_1_1_2_2">
    <p:spTree>
      <p:nvGrpSpPr>
        <p:cNvPr id="263" name="Shape 263"/>
        <p:cNvGrpSpPr/>
        <p:nvPr/>
      </p:nvGrpSpPr>
      <p:grpSpPr>
        <a:xfrm>
          <a:off x="0" y="0"/>
          <a:ext cx="0" cy="0"/>
          <a:chOff x="0" y="0"/>
          <a:chExt cx="0" cy="0"/>
        </a:xfrm>
      </p:grpSpPr>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Guides - blue 6">
  <p:cSld name="TITLE_1_18_1_7">
    <p:spTree>
      <p:nvGrpSpPr>
        <p:cNvPr id="264" name="Shape 264"/>
        <p:cNvGrpSpPr/>
        <p:nvPr/>
      </p:nvGrpSpPr>
      <p:grpSpPr>
        <a:xfrm>
          <a:off x="0" y="0"/>
          <a:ext cx="0" cy="0"/>
          <a:chOff x="0" y="0"/>
          <a:chExt cx="0" cy="0"/>
        </a:xfrm>
      </p:grpSpPr>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22">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sldGuideLst>
    </p:ext>
  </p:extLst>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p:cSld name="TITLE_1_18_1_1_1_2">
    <p:spTree>
      <p:nvGrpSpPr>
        <p:cNvPr id="265" name="Shape 265"/>
        <p:cNvGrpSpPr/>
        <p:nvPr/>
      </p:nvGrpSpPr>
      <p:grpSpPr>
        <a:xfrm>
          <a:off x="0" y="0"/>
          <a:ext cx="0" cy="0"/>
          <a:chOff x="0" y="0"/>
          <a:chExt cx="0" cy="0"/>
        </a:xfrm>
      </p:grpSpPr>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tegories Deck Clear">
  <p:cSld name="TITLE_1_18_1_7_1">
    <p:spTree>
      <p:nvGrpSpPr>
        <p:cNvPr id="266" name="Shape 266"/>
        <p:cNvGrpSpPr/>
        <p:nvPr/>
      </p:nvGrpSpPr>
      <p:grpSpPr>
        <a:xfrm>
          <a:off x="0" y="0"/>
          <a:ext cx="0" cy="0"/>
          <a:chOff x="0" y="0"/>
          <a:chExt cx="0" cy="0"/>
        </a:xfrm>
      </p:grpSpPr>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22">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581">
          <p15:clr>
            <a:srgbClr val="FA7B17"/>
          </p15:clr>
        </p15:guide>
      </p15:sldGuideLst>
    </p:ext>
  </p:extLst>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layout">
  <p:cSld name="TITLE_1_18_1_1_1_5_2">
    <p:bg>
      <p:bgPr>
        <a:solidFill>
          <a:schemeClr val="lt1"/>
        </a:solidFill>
      </p:bgPr>
    </p:bg>
    <p:spTree>
      <p:nvGrpSpPr>
        <p:cNvPr id="267" name="Shape 267"/>
        <p:cNvGrpSpPr/>
        <p:nvPr/>
      </p:nvGrpSpPr>
      <p:grpSpPr>
        <a:xfrm>
          <a:off x="0" y="0"/>
          <a:ext cx="0" cy="0"/>
          <a:chOff x="0" y="0"/>
          <a:chExt cx="0" cy="0"/>
        </a:xfrm>
      </p:grpSpPr>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s WHITE">
  <p:cSld name="CUSTOM_2_1">
    <p:bg>
      <p:bgPr>
        <a:solidFill>
          <a:srgbClr val="FFFFFF"/>
        </a:solidFill>
      </p:bgPr>
    </p:bg>
    <p:spTree>
      <p:nvGrpSpPr>
        <p:cNvPr id="268" name="Shape 268"/>
        <p:cNvGrpSpPr/>
        <p:nvPr/>
      </p:nvGrpSpPr>
      <p:grpSpPr>
        <a:xfrm>
          <a:off x="0" y="0"/>
          <a:ext cx="0" cy="0"/>
          <a:chOff x="0" y="0"/>
          <a:chExt cx="0" cy="0"/>
        </a:xfrm>
      </p:grpSpPr>
      <p:sp>
        <p:nvSpPr>
          <p:cNvPr id="269" name="Google Shape;269;p64"/>
          <p:cNvSpPr txBox="1"/>
          <p:nvPr>
            <p:ph idx="12" type="sldNum"/>
          </p:nvPr>
        </p:nvSpPr>
        <p:spPr>
          <a:xfrm>
            <a:off x="8651378" y="4856473"/>
            <a:ext cx="5484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70" name="Google Shape;270;p64"/>
          <p:cNvSpPr txBox="1"/>
          <p:nvPr>
            <p:ph type="title"/>
          </p:nvPr>
        </p:nvSpPr>
        <p:spPr>
          <a:xfrm>
            <a:off x="271463" y="698522"/>
            <a:ext cx="6068700" cy="808200"/>
          </a:xfrm>
          <a:prstGeom prst="rect">
            <a:avLst/>
          </a:prstGeom>
        </p:spPr>
        <p:txBody>
          <a:bodyPr anchorCtr="0" anchor="t" bIns="34275" lIns="34275" spcFirstLastPara="1" rIns="34275" wrap="square" tIns="34275">
            <a:normAutofit/>
          </a:bodyPr>
          <a:lstStyle>
            <a:lvl1pPr lvl="0">
              <a:spcBef>
                <a:spcPts val="0"/>
              </a:spcBef>
              <a:spcAft>
                <a:spcPts val="0"/>
              </a:spcAft>
              <a:buNone/>
              <a:defRPr b="1" sz="3000">
                <a:latin typeface="Fjalla One"/>
                <a:ea typeface="Fjalla One"/>
                <a:cs typeface="Fjalla One"/>
                <a:sym typeface="Fjalla One"/>
              </a:defRPr>
            </a:lvl1pPr>
            <a:lvl2pPr lvl="1">
              <a:spcBef>
                <a:spcPts val="0"/>
              </a:spcBef>
              <a:spcAft>
                <a:spcPts val="0"/>
              </a:spcAft>
              <a:buNone/>
              <a:defRPr sz="500"/>
            </a:lvl2pPr>
            <a:lvl3pPr lvl="2">
              <a:spcBef>
                <a:spcPts val="0"/>
              </a:spcBef>
              <a:spcAft>
                <a:spcPts val="0"/>
              </a:spcAft>
              <a:buNone/>
              <a:defRPr sz="500"/>
            </a:lvl3pPr>
            <a:lvl4pPr lvl="3">
              <a:spcBef>
                <a:spcPts val="0"/>
              </a:spcBef>
              <a:spcAft>
                <a:spcPts val="0"/>
              </a:spcAft>
              <a:buNone/>
              <a:defRPr sz="500"/>
            </a:lvl4pPr>
            <a:lvl5pPr lvl="4">
              <a:spcBef>
                <a:spcPts val="0"/>
              </a:spcBef>
              <a:spcAft>
                <a:spcPts val="0"/>
              </a:spcAft>
              <a:buNone/>
              <a:defRPr sz="500"/>
            </a:lvl5pPr>
            <a:lvl6pPr lvl="5">
              <a:spcBef>
                <a:spcPts val="0"/>
              </a:spcBef>
              <a:spcAft>
                <a:spcPts val="0"/>
              </a:spcAft>
              <a:buNone/>
              <a:defRPr sz="500"/>
            </a:lvl6pPr>
            <a:lvl7pPr lvl="6">
              <a:spcBef>
                <a:spcPts val="0"/>
              </a:spcBef>
              <a:spcAft>
                <a:spcPts val="0"/>
              </a:spcAft>
              <a:buNone/>
              <a:defRPr sz="500"/>
            </a:lvl7pPr>
            <a:lvl8pPr lvl="7">
              <a:spcBef>
                <a:spcPts val="0"/>
              </a:spcBef>
              <a:spcAft>
                <a:spcPts val="0"/>
              </a:spcAft>
              <a:buNone/>
              <a:defRPr sz="500"/>
            </a:lvl8pPr>
            <a:lvl9pPr lvl="8">
              <a:spcBef>
                <a:spcPts val="0"/>
              </a:spcBef>
              <a:spcAft>
                <a:spcPts val="0"/>
              </a:spcAft>
              <a:buNone/>
              <a:defRPr sz="500"/>
            </a:lvl9pPr>
          </a:lstStyle>
          <a:p/>
        </p:txBody>
      </p:sp>
      <p:sp>
        <p:nvSpPr>
          <p:cNvPr id="271" name="Google Shape;271;p64"/>
          <p:cNvSpPr txBox="1"/>
          <p:nvPr>
            <p:ph idx="2" type="title"/>
          </p:nvPr>
        </p:nvSpPr>
        <p:spPr>
          <a:xfrm>
            <a:off x="322481" y="1636603"/>
            <a:ext cx="3527700" cy="2329500"/>
          </a:xfrm>
          <a:prstGeom prst="rect">
            <a:avLst/>
          </a:prstGeom>
        </p:spPr>
        <p:txBody>
          <a:bodyPr anchorCtr="0" anchor="t" bIns="34275" lIns="34275" spcFirstLastPara="1" rIns="34275" wrap="square" tIns="34275">
            <a:normAutofit/>
          </a:bodyPr>
          <a:lstStyle>
            <a:lvl1pPr lvl="0">
              <a:lnSpc>
                <a:spcPct val="125000"/>
              </a:lnSpc>
              <a:spcBef>
                <a:spcPts val="0"/>
              </a:spcBef>
              <a:spcAft>
                <a:spcPts val="0"/>
              </a:spcAft>
              <a:buNone/>
              <a:defRPr sz="800">
                <a:latin typeface="Droid Sans"/>
                <a:ea typeface="Droid Sans"/>
                <a:cs typeface="Droid Sans"/>
                <a:sym typeface="Droid Sans"/>
              </a:defRPr>
            </a:lvl1pPr>
            <a:lvl2pPr lvl="1">
              <a:spcBef>
                <a:spcPts val="0"/>
              </a:spcBef>
              <a:spcAft>
                <a:spcPts val="0"/>
              </a:spcAft>
              <a:buNone/>
              <a:defRPr sz="800">
                <a:solidFill>
                  <a:srgbClr val="F3F3F3"/>
                </a:solidFill>
                <a:latin typeface="Droid Sans"/>
                <a:ea typeface="Droid Sans"/>
                <a:cs typeface="Droid Sans"/>
                <a:sym typeface="Droid Sans"/>
              </a:defRPr>
            </a:lvl2pPr>
            <a:lvl3pPr lvl="2">
              <a:spcBef>
                <a:spcPts val="0"/>
              </a:spcBef>
              <a:spcAft>
                <a:spcPts val="0"/>
              </a:spcAft>
              <a:buNone/>
              <a:defRPr sz="800">
                <a:solidFill>
                  <a:srgbClr val="F3F3F3"/>
                </a:solidFill>
                <a:latin typeface="Droid Sans"/>
                <a:ea typeface="Droid Sans"/>
                <a:cs typeface="Droid Sans"/>
                <a:sym typeface="Droid Sans"/>
              </a:defRPr>
            </a:lvl3pPr>
            <a:lvl4pPr lvl="3">
              <a:spcBef>
                <a:spcPts val="0"/>
              </a:spcBef>
              <a:spcAft>
                <a:spcPts val="0"/>
              </a:spcAft>
              <a:buNone/>
              <a:defRPr sz="800">
                <a:solidFill>
                  <a:srgbClr val="F3F3F3"/>
                </a:solidFill>
                <a:latin typeface="Droid Sans"/>
                <a:ea typeface="Droid Sans"/>
                <a:cs typeface="Droid Sans"/>
                <a:sym typeface="Droid Sans"/>
              </a:defRPr>
            </a:lvl4pPr>
            <a:lvl5pPr lvl="4">
              <a:spcBef>
                <a:spcPts val="0"/>
              </a:spcBef>
              <a:spcAft>
                <a:spcPts val="0"/>
              </a:spcAft>
              <a:buNone/>
              <a:defRPr sz="800">
                <a:solidFill>
                  <a:srgbClr val="F3F3F3"/>
                </a:solidFill>
                <a:latin typeface="Droid Sans"/>
                <a:ea typeface="Droid Sans"/>
                <a:cs typeface="Droid Sans"/>
                <a:sym typeface="Droid Sans"/>
              </a:defRPr>
            </a:lvl5pPr>
            <a:lvl6pPr lvl="5">
              <a:spcBef>
                <a:spcPts val="0"/>
              </a:spcBef>
              <a:spcAft>
                <a:spcPts val="0"/>
              </a:spcAft>
              <a:buNone/>
              <a:defRPr sz="800">
                <a:solidFill>
                  <a:srgbClr val="F3F3F3"/>
                </a:solidFill>
                <a:latin typeface="Droid Sans"/>
                <a:ea typeface="Droid Sans"/>
                <a:cs typeface="Droid Sans"/>
                <a:sym typeface="Droid Sans"/>
              </a:defRPr>
            </a:lvl6pPr>
            <a:lvl7pPr lvl="6">
              <a:spcBef>
                <a:spcPts val="0"/>
              </a:spcBef>
              <a:spcAft>
                <a:spcPts val="0"/>
              </a:spcAft>
              <a:buNone/>
              <a:defRPr sz="800">
                <a:solidFill>
                  <a:srgbClr val="F3F3F3"/>
                </a:solidFill>
                <a:latin typeface="Droid Sans"/>
                <a:ea typeface="Droid Sans"/>
                <a:cs typeface="Droid Sans"/>
                <a:sym typeface="Droid Sans"/>
              </a:defRPr>
            </a:lvl7pPr>
            <a:lvl8pPr lvl="7">
              <a:spcBef>
                <a:spcPts val="0"/>
              </a:spcBef>
              <a:spcAft>
                <a:spcPts val="0"/>
              </a:spcAft>
              <a:buNone/>
              <a:defRPr sz="800">
                <a:solidFill>
                  <a:srgbClr val="F3F3F3"/>
                </a:solidFill>
                <a:latin typeface="Droid Sans"/>
                <a:ea typeface="Droid Sans"/>
                <a:cs typeface="Droid Sans"/>
                <a:sym typeface="Droid Sans"/>
              </a:defRPr>
            </a:lvl8pPr>
            <a:lvl9pPr lvl="8">
              <a:spcBef>
                <a:spcPts val="0"/>
              </a:spcBef>
              <a:spcAft>
                <a:spcPts val="0"/>
              </a:spcAft>
              <a:buNone/>
              <a:defRPr sz="800">
                <a:solidFill>
                  <a:srgbClr val="F3F3F3"/>
                </a:solidFill>
                <a:latin typeface="Droid Sans"/>
                <a:ea typeface="Droid Sans"/>
                <a:cs typeface="Droid Sans"/>
                <a:sym typeface="Droid Sans"/>
              </a:defRPr>
            </a:lvl9pPr>
          </a:lstStyle>
          <a:p/>
        </p:txBody>
      </p:sp>
      <p:sp>
        <p:nvSpPr>
          <p:cNvPr id="272" name="Google Shape;272;p64"/>
          <p:cNvSpPr txBox="1"/>
          <p:nvPr>
            <p:ph idx="1" type="subTitle"/>
          </p:nvPr>
        </p:nvSpPr>
        <p:spPr>
          <a:xfrm>
            <a:off x="4509150" y="1625625"/>
            <a:ext cx="3426300" cy="2329500"/>
          </a:xfrm>
          <a:prstGeom prst="rect">
            <a:avLst/>
          </a:prstGeom>
        </p:spPr>
        <p:txBody>
          <a:bodyPr anchorCtr="0" anchor="t" bIns="34275" lIns="34275" spcFirstLastPara="1" rIns="34275" wrap="square" tIns="34275">
            <a:normAutofit/>
          </a:bodyPr>
          <a:lstStyle>
            <a:lvl1pPr lvl="0">
              <a:lnSpc>
                <a:spcPct val="125000"/>
              </a:lnSpc>
              <a:spcBef>
                <a:spcPts val="0"/>
              </a:spcBef>
              <a:spcAft>
                <a:spcPts val="0"/>
              </a:spcAft>
              <a:buNone/>
              <a:defRPr sz="800">
                <a:latin typeface="Droid Sans"/>
                <a:ea typeface="Droid Sans"/>
                <a:cs typeface="Droid Sans"/>
                <a:sym typeface="Droid Sans"/>
              </a:defRPr>
            </a:lvl1pPr>
            <a:lvl2pPr lvl="1">
              <a:spcBef>
                <a:spcPts val="1200"/>
              </a:spcBef>
              <a:spcAft>
                <a:spcPts val="0"/>
              </a:spcAft>
              <a:buNone/>
              <a:defRPr sz="800">
                <a:solidFill>
                  <a:srgbClr val="F3F3F3"/>
                </a:solidFill>
                <a:latin typeface="Droid Sans"/>
                <a:ea typeface="Droid Sans"/>
                <a:cs typeface="Droid Sans"/>
                <a:sym typeface="Droid Sans"/>
              </a:defRPr>
            </a:lvl2pPr>
            <a:lvl3pPr lvl="2">
              <a:spcBef>
                <a:spcPts val="1200"/>
              </a:spcBef>
              <a:spcAft>
                <a:spcPts val="0"/>
              </a:spcAft>
              <a:buNone/>
              <a:defRPr sz="800">
                <a:solidFill>
                  <a:srgbClr val="F3F3F3"/>
                </a:solidFill>
                <a:latin typeface="Droid Sans"/>
                <a:ea typeface="Droid Sans"/>
                <a:cs typeface="Droid Sans"/>
                <a:sym typeface="Droid Sans"/>
              </a:defRPr>
            </a:lvl3pPr>
            <a:lvl4pPr lvl="3">
              <a:spcBef>
                <a:spcPts val="1200"/>
              </a:spcBef>
              <a:spcAft>
                <a:spcPts val="0"/>
              </a:spcAft>
              <a:buNone/>
              <a:defRPr sz="800">
                <a:solidFill>
                  <a:srgbClr val="F3F3F3"/>
                </a:solidFill>
                <a:latin typeface="Droid Sans"/>
                <a:ea typeface="Droid Sans"/>
                <a:cs typeface="Droid Sans"/>
                <a:sym typeface="Droid Sans"/>
              </a:defRPr>
            </a:lvl4pPr>
            <a:lvl5pPr lvl="4">
              <a:spcBef>
                <a:spcPts val="1200"/>
              </a:spcBef>
              <a:spcAft>
                <a:spcPts val="0"/>
              </a:spcAft>
              <a:buNone/>
              <a:defRPr sz="800">
                <a:solidFill>
                  <a:srgbClr val="F3F3F3"/>
                </a:solidFill>
                <a:latin typeface="Droid Sans"/>
                <a:ea typeface="Droid Sans"/>
                <a:cs typeface="Droid Sans"/>
                <a:sym typeface="Droid Sans"/>
              </a:defRPr>
            </a:lvl5pPr>
            <a:lvl6pPr lvl="5">
              <a:spcBef>
                <a:spcPts val="1200"/>
              </a:spcBef>
              <a:spcAft>
                <a:spcPts val="0"/>
              </a:spcAft>
              <a:buNone/>
              <a:defRPr sz="800">
                <a:solidFill>
                  <a:srgbClr val="F3F3F3"/>
                </a:solidFill>
                <a:latin typeface="Droid Sans"/>
                <a:ea typeface="Droid Sans"/>
                <a:cs typeface="Droid Sans"/>
                <a:sym typeface="Droid Sans"/>
              </a:defRPr>
            </a:lvl6pPr>
            <a:lvl7pPr lvl="6">
              <a:spcBef>
                <a:spcPts val="1200"/>
              </a:spcBef>
              <a:spcAft>
                <a:spcPts val="0"/>
              </a:spcAft>
              <a:buNone/>
              <a:defRPr sz="800">
                <a:solidFill>
                  <a:srgbClr val="F3F3F3"/>
                </a:solidFill>
                <a:latin typeface="Droid Sans"/>
                <a:ea typeface="Droid Sans"/>
                <a:cs typeface="Droid Sans"/>
                <a:sym typeface="Droid Sans"/>
              </a:defRPr>
            </a:lvl7pPr>
            <a:lvl8pPr lvl="7">
              <a:spcBef>
                <a:spcPts val="1200"/>
              </a:spcBef>
              <a:spcAft>
                <a:spcPts val="0"/>
              </a:spcAft>
              <a:buNone/>
              <a:defRPr sz="800">
                <a:solidFill>
                  <a:srgbClr val="F3F3F3"/>
                </a:solidFill>
                <a:latin typeface="Droid Sans"/>
                <a:ea typeface="Droid Sans"/>
                <a:cs typeface="Droid Sans"/>
                <a:sym typeface="Droid Sans"/>
              </a:defRPr>
            </a:lvl8pPr>
            <a:lvl9pPr lvl="8">
              <a:spcBef>
                <a:spcPts val="1200"/>
              </a:spcBef>
              <a:spcAft>
                <a:spcPts val="1200"/>
              </a:spcAft>
              <a:buNone/>
              <a:defRPr sz="800">
                <a:solidFill>
                  <a:srgbClr val="F3F3F3"/>
                </a:solidFill>
                <a:latin typeface="Droid Sans"/>
                <a:ea typeface="Droid Sans"/>
                <a:cs typeface="Droid Sans"/>
                <a:sym typeface="Droid Sans"/>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w Blank 1">
  <p:cSld name="TITLE_1_5">
    <p:bg>
      <p:bgPr>
        <a:solidFill>
          <a:srgbClr val="FFFFFF"/>
        </a:solidFill>
      </p:bgPr>
    </p:bg>
    <p:spTree>
      <p:nvGrpSpPr>
        <p:cNvPr id="273" name="Shape 273"/>
        <p:cNvGrpSpPr/>
        <p:nvPr/>
      </p:nvGrpSpPr>
      <p:grpSpPr>
        <a:xfrm>
          <a:off x="0" y="0"/>
          <a:ext cx="0" cy="0"/>
          <a:chOff x="0" y="0"/>
          <a:chExt cx="0" cy="0"/>
        </a:xfrm>
      </p:grpSpPr>
      <p:pic>
        <p:nvPicPr>
          <p:cNvPr id="274" name="Google Shape;274;p65"/>
          <p:cNvPicPr preferRelativeResize="0"/>
          <p:nvPr/>
        </p:nvPicPr>
        <p:blipFill rotWithShape="1">
          <a:blip r:embed="rId2">
            <a:alphaModFix amt="0"/>
          </a:blip>
          <a:srcRect b="0" l="0" r="0" t="0"/>
          <a:stretch/>
        </p:blipFill>
        <p:spPr>
          <a:xfrm>
            <a:off x="0" y="0"/>
            <a:ext cx="9144003" cy="5143496"/>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Guides">
  <p:cSld name="TITLE_1_18_1_1_2">
    <p:spTree>
      <p:nvGrpSpPr>
        <p:cNvPr id="275" name="Shape 275"/>
        <p:cNvGrpSpPr/>
        <p:nvPr/>
      </p:nvGrpSpPr>
      <p:grpSpPr>
        <a:xfrm>
          <a:off x="0" y="0"/>
          <a:ext cx="0" cy="0"/>
          <a:chOff x="0" y="0"/>
          <a:chExt cx="0" cy="0"/>
        </a:xfrm>
      </p:grpSpPr>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22">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sldGuideLst>
    </p:ext>
  </p:extLst>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TITLE_1_18_1_1_1_1_1_2_1_1">
    <p:bg>
      <p:bgPr>
        <a:solidFill>
          <a:srgbClr val="1A1A1A"/>
        </a:solidFill>
      </p:bgPr>
    </p:bg>
    <p:spTree>
      <p:nvGrpSpPr>
        <p:cNvPr id="276" name="Shape 276"/>
        <p:cNvGrpSpPr/>
        <p:nvPr/>
      </p:nvGrpSpPr>
      <p:grpSpPr>
        <a:xfrm>
          <a:off x="0" y="0"/>
          <a:ext cx="0" cy="0"/>
          <a:chOff x="0" y="0"/>
          <a:chExt cx="0" cy="0"/>
        </a:xfrm>
      </p:grpSpPr>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p:cSld name="TITLE_1_18_1_1_1_1_1_2_1_9_1">
    <p:bg>
      <p:bgPr>
        <a:solidFill>
          <a:schemeClr val="lt1"/>
        </a:solidFill>
      </p:bgPr>
    </p:bg>
    <p:spTree>
      <p:nvGrpSpPr>
        <p:cNvPr id="277" name="Shape 277"/>
        <p:cNvGrpSpPr/>
        <p:nvPr/>
      </p:nvGrpSpPr>
      <p:grpSpPr>
        <a:xfrm>
          <a:off x="0" y="0"/>
          <a:ext cx="0" cy="0"/>
          <a:chOff x="0" y="0"/>
          <a:chExt cx="0" cy="0"/>
        </a:xfrm>
      </p:grpSpPr>
      <p:sp>
        <p:nvSpPr>
          <p:cNvPr id="278" name="Google Shape;278;p68"/>
          <p:cNvSpPr txBox="1"/>
          <p:nvPr/>
        </p:nvSpPr>
        <p:spPr>
          <a:xfrm>
            <a:off x="476126" y="197393"/>
            <a:ext cx="644400" cy="2199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n" sz="500">
                <a:solidFill>
                  <a:schemeClr val="lt1"/>
                </a:solidFill>
                <a:latin typeface="Helvetica Neue"/>
                <a:ea typeface="Helvetica Neue"/>
                <a:cs typeface="Helvetica Neue"/>
                <a:sym typeface="Helvetica Neue"/>
              </a:rPr>
              <a:t>Media.Monks</a:t>
            </a:r>
            <a:endParaRPr sz="500">
              <a:solidFill>
                <a:schemeClr val="lt1"/>
              </a:solidFill>
              <a:latin typeface="Helvetica Neue"/>
              <a:ea typeface="Helvetica Neue"/>
              <a:cs typeface="Helvetica Neue"/>
              <a:sym typeface="Helvetica Neue"/>
            </a:endParaRPr>
          </a:p>
        </p:txBody>
      </p:sp>
      <p:sp>
        <p:nvSpPr>
          <p:cNvPr id="279" name="Google Shape;279;p68"/>
          <p:cNvSpPr txBox="1"/>
          <p:nvPr/>
        </p:nvSpPr>
        <p:spPr>
          <a:xfrm>
            <a:off x="6923010" y="197393"/>
            <a:ext cx="1188600" cy="219900"/>
          </a:xfrm>
          <a:prstGeom prst="rect">
            <a:avLst/>
          </a:prstGeom>
          <a:noFill/>
          <a:ln>
            <a:noFill/>
          </a:ln>
        </p:spPr>
        <p:txBody>
          <a:bodyPr anchorCtr="0" anchor="ctr" bIns="91425" lIns="91425" spcFirstLastPara="1" rIns="91425" wrap="square" tIns="91425">
            <a:noAutofit/>
          </a:bodyPr>
          <a:lstStyle/>
          <a:p>
            <a:pPr indent="0" lvl="0" marL="0" rtl="0" algn="r">
              <a:lnSpc>
                <a:spcPct val="150000"/>
              </a:lnSpc>
              <a:spcBef>
                <a:spcPts val="0"/>
              </a:spcBef>
              <a:spcAft>
                <a:spcPts val="0"/>
              </a:spcAft>
              <a:buNone/>
            </a:pPr>
            <a:r>
              <a:rPr lang="en" sz="500">
                <a:solidFill>
                  <a:schemeClr val="lt1"/>
                </a:solidFill>
                <a:latin typeface="Helvetica Neue"/>
                <a:ea typeface="Helvetica Neue"/>
                <a:cs typeface="Helvetica Neue"/>
                <a:sym typeface="Helvetica Neue"/>
              </a:rPr>
              <a:t>Proprietary &amp; Confidential</a:t>
            </a:r>
            <a:endParaRPr sz="500">
              <a:solidFill>
                <a:schemeClr val="lt1"/>
              </a:solidFill>
              <a:latin typeface="Helvetica Neue"/>
              <a:ea typeface="Helvetica Neue"/>
              <a:cs typeface="Helvetica Neue"/>
              <a:sym typeface="Helvetica Neue"/>
            </a:endParaRPr>
          </a:p>
        </p:txBody>
      </p:sp>
      <p:sp>
        <p:nvSpPr>
          <p:cNvPr id="280" name="Google Shape;280;p68"/>
          <p:cNvSpPr txBox="1"/>
          <p:nvPr/>
        </p:nvSpPr>
        <p:spPr>
          <a:xfrm>
            <a:off x="2196557" y="197400"/>
            <a:ext cx="1242000" cy="2199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t/>
            </a:r>
            <a:endParaRPr sz="500">
              <a:solidFill>
                <a:schemeClr val="lt1"/>
              </a:solidFill>
              <a:latin typeface="Helvetica Neue"/>
              <a:ea typeface="Helvetica Neue"/>
              <a:cs typeface="Helvetica Neue"/>
              <a:sym typeface="Helvetica Neue"/>
            </a:endParaRPr>
          </a:p>
        </p:txBody>
      </p:sp>
      <p:sp>
        <p:nvSpPr>
          <p:cNvPr id="281" name="Google Shape;281;p68"/>
          <p:cNvSpPr txBox="1"/>
          <p:nvPr/>
        </p:nvSpPr>
        <p:spPr>
          <a:xfrm>
            <a:off x="8373520" y="90642"/>
            <a:ext cx="369600" cy="393600"/>
          </a:xfrm>
          <a:prstGeom prst="rect">
            <a:avLst/>
          </a:prstGeom>
          <a:noFill/>
          <a:ln>
            <a:noFill/>
          </a:ln>
        </p:spPr>
        <p:txBody>
          <a:bodyPr anchorCtr="0" anchor="ctr" bIns="88475" lIns="88475" spcFirstLastPara="1" rIns="88475" wrap="square" tIns="88475">
            <a:noAutofit/>
          </a:bodyPr>
          <a:lstStyle/>
          <a:p>
            <a:pPr indent="0" lvl="0" marL="0" rtl="0" algn="ctr">
              <a:spcBef>
                <a:spcPts val="0"/>
              </a:spcBef>
              <a:spcAft>
                <a:spcPts val="0"/>
              </a:spcAft>
              <a:buNone/>
            </a:pPr>
            <a:fld id="{00000000-1234-1234-1234-123412341234}" type="slidenum">
              <a:rPr lang="en" sz="500">
                <a:solidFill>
                  <a:schemeClr val="lt1"/>
                </a:solidFill>
                <a:latin typeface="Helvetica Neue"/>
                <a:ea typeface="Helvetica Neue"/>
                <a:cs typeface="Helvetica Neue"/>
                <a:sym typeface="Helvetica Neue"/>
              </a:rPr>
              <a:t>‹#›</a:t>
            </a:fld>
            <a:endParaRPr sz="500">
              <a:solidFill>
                <a:schemeClr val="lt1"/>
              </a:solidFill>
              <a:latin typeface="Helvetica Neue"/>
              <a:ea typeface="Helvetica Neue"/>
              <a:cs typeface="Helvetica Neue"/>
              <a:sym typeface="Helvetica Neue"/>
            </a:endParaRPr>
          </a:p>
        </p:txBody>
      </p:sp>
      <p:sp>
        <p:nvSpPr>
          <p:cNvPr id="282" name="Google Shape;282;p68"/>
          <p:cNvSpPr txBox="1"/>
          <p:nvPr/>
        </p:nvSpPr>
        <p:spPr>
          <a:xfrm>
            <a:off x="476126" y="197393"/>
            <a:ext cx="644400" cy="2199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n" sz="500">
                <a:solidFill>
                  <a:srgbClr val="2D2D2D"/>
                </a:solidFill>
                <a:latin typeface="Helvetica Neue"/>
                <a:ea typeface="Helvetica Neue"/>
                <a:cs typeface="Helvetica Neue"/>
                <a:sym typeface="Helvetica Neue"/>
              </a:rPr>
              <a:t>Media.Monks</a:t>
            </a:r>
            <a:endParaRPr sz="500">
              <a:solidFill>
                <a:srgbClr val="2D2D2D"/>
              </a:solidFill>
              <a:latin typeface="Helvetica Neue"/>
              <a:ea typeface="Helvetica Neue"/>
              <a:cs typeface="Helvetica Neue"/>
              <a:sym typeface="Helvetica Neue"/>
            </a:endParaRPr>
          </a:p>
        </p:txBody>
      </p:sp>
      <p:sp>
        <p:nvSpPr>
          <p:cNvPr id="283" name="Google Shape;283;p68"/>
          <p:cNvSpPr txBox="1"/>
          <p:nvPr/>
        </p:nvSpPr>
        <p:spPr>
          <a:xfrm>
            <a:off x="6923010" y="197393"/>
            <a:ext cx="1188600" cy="219900"/>
          </a:xfrm>
          <a:prstGeom prst="rect">
            <a:avLst/>
          </a:prstGeom>
          <a:noFill/>
          <a:ln>
            <a:noFill/>
          </a:ln>
        </p:spPr>
        <p:txBody>
          <a:bodyPr anchorCtr="0" anchor="ctr" bIns="91425" lIns="91425" spcFirstLastPara="1" rIns="91425" wrap="square" tIns="91425">
            <a:noAutofit/>
          </a:bodyPr>
          <a:lstStyle/>
          <a:p>
            <a:pPr indent="0" lvl="0" marL="0" rtl="0" algn="r">
              <a:lnSpc>
                <a:spcPct val="150000"/>
              </a:lnSpc>
              <a:spcBef>
                <a:spcPts val="0"/>
              </a:spcBef>
              <a:spcAft>
                <a:spcPts val="0"/>
              </a:spcAft>
              <a:buNone/>
            </a:pPr>
            <a:r>
              <a:rPr lang="en" sz="500">
                <a:solidFill>
                  <a:srgbClr val="2D2D2D"/>
                </a:solidFill>
                <a:latin typeface="Helvetica Neue"/>
                <a:ea typeface="Helvetica Neue"/>
                <a:cs typeface="Helvetica Neue"/>
                <a:sym typeface="Helvetica Neue"/>
              </a:rPr>
              <a:t>Proprietary &amp; Confidential</a:t>
            </a:r>
            <a:endParaRPr sz="500">
              <a:solidFill>
                <a:srgbClr val="2D2D2D"/>
              </a:solidFill>
              <a:latin typeface="Helvetica Neue"/>
              <a:ea typeface="Helvetica Neue"/>
              <a:cs typeface="Helvetica Neue"/>
              <a:sym typeface="Helvetica Neue"/>
            </a:endParaRPr>
          </a:p>
        </p:txBody>
      </p:sp>
      <p:sp>
        <p:nvSpPr>
          <p:cNvPr id="284" name="Google Shape;284;p68"/>
          <p:cNvSpPr txBox="1"/>
          <p:nvPr/>
        </p:nvSpPr>
        <p:spPr>
          <a:xfrm>
            <a:off x="2196557" y="197400"/>
            <a:ext cx="1242000" cy="2199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sp>
        <p:nvSpPr>
          <p:cNvPr id="285" name="Google Shape;285;p68"/>
          <p:cNvSpPr txBox="1"/>
          <p:nvPr/>
        </p:nvSpPr>
        <p:spPr>
          <a:xfrm>
            <a:off x="8373520" y="90642"/>
            <a:ext cx="369600" cy="393600"/>
          </a:xfrm>
          <a:prstGeom prst="rect">
            <a:avLst/>
          </a:prstGeom>
          <a:noFill/>
          <a:ln>
            <a:noFill/>
          </a:ln>
        </p:spPr>
        <p:txBody>
          <a:bodyPr anchorCtr="0" anchor="ctr" bIns="88475" lIns="88475" spcFirstLastPara="1" rIns="88475" wrap="square" tIns="88475">
            <a:noAutofit/>
          </a:bodyPr>
          <a:lstStyle/>
          <a:p>
            <a:pPr indent="0" lvl="0" marL="0" rtl="0" algn="ctr">
              <a:spcBef>
                <a:spcPts val="0"/>
              </a:spcBef>
              <a:spcAft>
                <a:spcPts val="0"/>
              </a:spcAft>
              <a:buNone/>
            </a:pPr>
            <a:fld id="{00000000-1234-1234-1234-123412341234}" type="slidenum">
              <a:rPr lang="en" sz="500">
                <a:solidFill>
                  <a:srgbClr val="2D2D2D"/>
                </a:solidFill>
                <a:latin typeface="Helvetica Neue"/>
                <a:ea typeface="Helvetica Neue"/>
                <a:cs typeface="Helvetica Neue"/>
                <a:sym typeface="Helvetica Neue"/>
              </a:rPr>
              <a:t>‹#›</a:t>
            </a:fld>
            <a:endParaRPr sz="500">
              <a:solidFill>
                <a:srgbClr val="2D2D2D"/>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TITLE_1_18_1_1_1_1_1_2_1_9_2">
    <p:bg>
      <p:bgPr>
        <a:solidFill>
          <a:srgbClr val="1A1A1A"/>
        </a:solidFill>
      </p:bgPr>
    </p:bg>
    <p:spTree>
      <p:nvGrpSpPr>
        <p:cNvPr id="286" name="Shape 286"/>
        <p:cNvGrpSpPr/>
        <p:nvPr/>
      </p:nvGrpSpPr>
      <p:grpSpPr>
        <a:xfrm>
          <a:off x="0" y="0"/>
          <a:ext cx="0" cy="0"/>
          <a:chOff x="0" y="0"/>
          <a:chExt cx="0" cy="0"/>
        </a:xfrm>
      </p:grpSpPr>
      <p:sp>
        <p:nvSpPr>
          <p:cNvPr id="287" name="Google Shape;287;p69"/>
          <p:cNvSpPr txBox="1"/>
          <p:nvPr/>
        </p:nvSpPr>
        <p:spPr>
          <a:xfrm>
            <a:off x="5722500"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EAE8E4"/>
                </a:solidFill>
                <a:latin typeface="Helvetica Neue"/>
                <a:ea typeface="Helvetica Neue"/>
                <a:cs typeface="Helvetica Neue"/>
                <a:sym typeface="Helvetica Neue"/>
              </a:rPr>
              <a:t>Proprietary &amp; Confidential</a:t>
            </a:r>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sp>
        <p:nvSpPr>
          <p:cNvPr id="288" name="Google Shape;288;p69"/>
          <p:cNvSpPr txBox="1"/>
          <p:nvPr/>
        </p:nvSpPr>
        <p:spPr>
          <a:xfrm>
            <a:off x="8292425"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EAE8E4"/>
                </a:solidFill>
                <a:latin typeface="Helvetica Neue"/>
                <a:ea typeface="Helvetica Neue"/>
                <a:cs typeface="Helvetica Neue"/>
                <a:sym typeface="Helvetica Neue"/>
              </a:rPr>
              <a:t>‹#›</a:t>
            </a:fld>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sp>
        <p:nvSpPr>
          <p:cNvPr id="289" name="Google Shape;289;p69"/>
          <p:cNvSpPr txBox="1"/>
          <p:nvPr/>
        </p:nvSpPr>
        <p:spPr>
          <a:xfrm>
            <a:off x="571949"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EAE8E4"/>
                </a:solidFill>
                <a:latin typeface="Helvetica Neue"/>
                <a:ea typeface="Helvetica Neue"/>
                <a:cs typeface="Helvetica Neue"/>
                <a:sym typeface="Helvetica Neue"/>
              </a:rPr>
              <a:t>Media.Monks</a:t>
            </a:r>
            <a:endParaRPr sz="500">
              <a:solidFill>
                <a:srgbClr val="EAE8E4"/>
              </a:solidFill>
              <a:latin typeface="Helvetica Neue"/>
              <a:ea typeface="Helvetica Neue"/>
              <a:cs typeface="Helvetica Neue"/>
              <a:sym typeface="Helvetica Neue"/>
            </a:endParaRPr>
          </a:p>
        </p:txBody>
      </p:sp>
      <p:sp>
        <p:nvSpPr>
          <p:cNvPr id="290" name="Google Shape;290;p69"/>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95" name="Shape 295"/>
        <p:cNvGrpSpPr/>
        <p:nvPr/>
      </p:nvGrpSpPr>
      <p:grpSpPr>
        <a:xfrm>
          <a:off x="0" y="0"/>
          <a:ext cx="0" cy="0"/>
          <a:chOff x="0" y="0"/>
          <a:chExt cx="0" cy="0"/>
        </a:xfrm>
      </p:grpSpPr>
      <p:sp>
        <p:nvSpPr>
          <p:cNvPr id="296" name="Google Shape;296;p7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97" name="Google Shape;297;p7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98" name="Google Shape;298;p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9" name="Shape 299"/>
        <p:cNvGrpSpPr/>
        <p:nvPr/>
      </p:nvGrpSpPr>
      <p:grpSpPr>
        <a:xfrm>
          <a:off x="0" y="0"/>
          <a:ext cx="0" cy="0"/>
          <a:chOff x="0" y="0"/>
          <a:chExt cx="0" cy="0"/>
        </a:xfrm>
      </p:grpSpPr>
      <p:sp>
        <p:nvSpPr>
          <p:cNvPr id="300" name="Google Shape;300;p7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01" name="Google Shape;301;p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02" name="Shape 302"/>
        <p:cNvGrpSpPr/>
        <p:nvPr/>
      </p:nvGrpSpPr>
      <p:grpSpPr>
        <a:xfrm>
          <a:off x="0" y="0"/>
          <a:ext cx="0" cy="0"/>
          <a:chOff x="0" y="0"/>
          <a:chExt cx="0" cy="0"/>
        </a:xfrm>
      </p:grpSpPr>
      <p:sp>
        <p:nvSpPr>
          <p:cNvPr id="303" name="Google Shape;303;p7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4" name="Google Shape;304;p7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05" name="Google Shape;305;p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6" name="Shape 306"/>
        <p:cNvGrpSpPr/>
        <p:nvPr/>
      </p:nvGrpSpPr>
      <p:grpSpPr>
        <a:xfrm>
          <a:off x="0" y="0"/>
          <a:ext cx="0" cy="0"/>
          <a:chOff x="0" y="0"/>
          <a:chExt cx="0" cy="0"/>
        </a:xfrm>
      </p:grpSpPr>
      <p:sp>
        <p:nvSpPr>
          <p:cNvPr id="307" name="Google Shape;307;p7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8" name="Google Shape;308;p74"/>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9" name="Google Shape;309;p74"/>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0" name="Google Shape;310;p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1" name="Shape 311"/>
        <p:cNvGrpSpPr/>
        <p:nvPr/>
      </p:nvGrpSpPr>
      <p:grpSpPr>
        <a:xfrm>
          <a:off x="0" y="0"/>
          <a:ext cx="0" cy="0"/>
          <a:chOff x="0" y="0"/>
          <a:chExt cx="0" cy="0"/>
        </a:xfrm>
      </p:grpSpPr>
      <p:sp>
        <p:nvSpPr>
          <p:cNvPr id="312" name="Google Shape;312;p7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13" name="Google Shape;313;p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4" name="Shape 314"/>
        <p:cNvGrpSpPr/>
        <p:nvPr/>
      </p:nvGrpSpPr>
      <p:grpSpPr>
        <a:xfrm>
          <a:off x="0" y="0"/>
          <a:ext cx="0" cy="0"/>
          <a:chOff x="0" y="0"/>
          <a:chExt cx="0" cy="0"/>
        </a:xfrm>
      </p:grpSpPr>
      <p:sp>
        <p:nvSpPr>
          <p:cNvPr id="315" name="Google Shape;315;p76"/>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6" name="Google Shape;316;p76"/>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7" name="Google Shape;317;p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18" name="Shape 318"/>
        <p:cNvGrpSpPr/>
        <p:nvPr/>
      </p:nvGrpSpPr>
      <p:grpSpPr>
        <a:xfrm>
          <a:off x="0" y="0"/>
          <a:ext cx="0" cy="0"/>
          <a:chOff x="0" y="0"/>
          <a:chExt cx="0" cy="0"/>
        </a:xfrm>
      </p:grpSpPr>
      <p:sp>
        <p:nvSpPr>
          <p:cNvPr id="319" name="Google Shape;319;p77"/>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20" name="Google Shape;320;p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21" name="Shape 321"/>
        <p:cNvGrpSpPr/>
        <p:nvPr/>
      </p:nvGrpSpPr>
      <p:grpSpPr>
        <a:xfrm>
          <a:off x="0" y="0"/>
          <a:ext cx="0" cy="0"/>
          <a:chOff x="0" y="0"/>
          <a:chExt cx="0" cy="0"/>
        </a:xfrm>
      </p:grpSpPr>
      <p:sp>
        <p:nvSpPr>
          <p:cNvPr id="322" name="Google Shape;322;p7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78"/>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24" name="Google Shape;324;p78"/>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25" name="Google Shape;325;p78"/>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26" name="Google Shape;326;p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27" name="Shape 327"/>
        <p:cNvGrpSpPr/>
        <p:nvPr/>
      </p:nvGrpSpPr>
      <p:grpSpPr>
        <a:xfrm>
          <a:off x="0" y="0"/>
          <a:ext cx="0" cy="0"/>
          <a:chOff x="0" y="0"/>
          <a:chExt cx="0" cy="0"/>
        </a:xfrm>
      </p:grpSpPr>
      <p:sp>
        <p:nvSpPr>
          <p:cNvPr id="328" name="Google Shape;328;p79"/>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329" name="Google Shape;329;p7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30" name="Shape 330"/>
        <p:cNvGrpSpPr/>
        <p:nvPr/>
      </p:nvGrpSpPr>
      <p:grpSpPr>
        <a:xfrm>
          <a:off x="0" y="0"/>
          <a:ext cx="0" cy="0"/>
          <a:chOff x="0" y="0"/>
          <a:chExt cx="0" cy="0"/>
        </a:xfrm>
      </p:grpSpPr>
      <p:sp>
        <p:nvSpPr>
          <p:cNvPr id="331" name="Google Shape;331;p80"/>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32" name="Google Shape;332;p80"/>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333" name="Google Shape;333;p8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4" name="Shape 334"/>
        <p:cNvGrpSpPr/>
        <p:nvPr/>
      </p:nvGrpSpPr>
      <p:grpSpPr>
        <a:xfrm>
          <a:off x="0" y="0"/>
          <a:ext cx="0" cy="0"/>
          <a:chOff x="0" y="0"/>
          <a:chExt cx="0" cy="0"/>
        </a:xfrm>
      </p:grpSpPr>
      <p:sp>
        <p:nvSpPr>
          <p:cNvPr id="335" name="Google Shape;335;p8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1">
  <p:cSld name="TITLE_1_18_1_1_1_2_2">
    <p:spTree>
      <p:nvGrpSpPr>
        <p:cNvPr id="336" name="Shape 336"/>
        <p:cNvGrpSpPr/>
        <p:nvPr/>
      </p:nvGrpSpPr>
      <p:grpSpPr>
        <a:xfrm>
          <a:off x="0" y="0"/>
          <a:ext cx="0" cy="0"/>
          <a:chOff x="0" y="0"/>
          <a:chExt cx="0" cy="0"/>
        </a:xfrm>
      </p:grpSpPr>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Guides - blue 6">
  <p:cSld name="TITLE_1_18_1_7">
    <p:spTree>
      <p:nvGrpSpPr>
        <p:cNvPr id="337" name="Shape 337"/>
        <p:cNvGrpSpPr/>
        <p:nvPr/>
      </p:nvGrpSpPr>
      <p:grpSpPr>
        <a:xfrm>
          <a:off x="0" y="0"/>
          <a:ext cx="0" cy="0"/>
          <a:chOff x="0" y="0"/>
          <a:chExt cx="0" cy="0"/>
        </a:xfrm>
      </p:grpSpPr>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22">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sldGuideLst>
    </p:ext>
  </p:extLst>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p:cSld name="TITLE_1_18_1_1_1_2">
    <p:spTree>
      <p:nvGrpSpPr>
        <p:cNvPr id="338" name="Shape 338"/>
        <p:cNvGrpSpPr/>
        <p:nvPr/>
      </p:nvGrpSpPr>
      <p:grpSpPr>
        <a:xfrm>
          <a:off x="0" y="0"/>
          <a:ext cx="0" cy="0"/>
          <a:chOff x="0" y="0"/>
          <a:chExt cx="0" cy="0"/>
        </a:xfrm>
      </p:grpSpPr>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tegories Deck Clear">
  <p:cSld name="TITLE_1_18_1_7_1">
    <p:spTree>
      <p:nvGrpSpPr>
        <p:cNvPr id="339" name="Shape 339"/>
        <p:cNvGrpSpPr/>
        <p:nvPr/>
      </p:nvGrpSpPr>
      <p:grpSpPr>
        <a:xfrm>
          <a:off x="0" y="0"/>
          <a:ext cx="0" cy="0"/>
          <a:chOff x="0" y="0"/>
          <a:chExt cx="0" cy="0"/>
        </a:xfrm>
      </p:grpSpPr>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22">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581">
          <p15:clr>
            <a:srgbClr val="FA7B17"/>
          </p15:clr>
        </p15:guide>
      </p15:sldGuideLst>
    </p:ext>
  </p:extLst>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layout">
  <p:cSld name="TITLE_1_18_1_1_1_5_2">
    <p:bg>
      <p:bgPr>
        <a:solidFill>
          <a:schemeClr val="lt1"/>
        </a:solidFill>
      </p:bgPr>
    </p:bg>
    <p:spTree>
      <p:nvGrpSpPr>
        <p:cNvPr id="340" name="Shape 340"/>
        <p:cNvGrpSpPr/>
        <p:nvPr/>
      </p:nvGrpSpPr>
      <p:grpSpPr>
        <a:xfrm>
          <a:off x="0" y="0"/>
          <a:ext cx="0" cy="0"/>
          <a:chOff x="0" y="0"/>
          <a:chExt cx="0" cy="0"/>
        </a:xfrm>
      </p:grpSpPr>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s WHITE">
  <p:cSld name="CUSTOM_2_1">
    <p:bg>
      <p:bgPr>
        <a:solidFill>
          <a:srgbClr val="FFFFFF"/>
        </a:solidFill>
      </p:bgPr>
    </p:bg>
    <p:spTree>
      <p:nvGrpSpPr>
        <p:cNvPr id="341" name="Shape 341"/>
        <p:cNvGrpSpPr/>
        <p:nvPr/>
      </p:nvGrpSpPr>
      <p:grpSpPr>
        <a:xfrm>
          <a:off x="0" y="0"/>
          <a:ext cx="0" cy="0"/>
          <a:chOff x="0" y="0"/>
          <a:chExt cx="0" cy="0"/>
        </a:xfrm>
      </p:grpSpPr>
      <p:sp>
        <p:nvSpPr>
          <p:cNvPr id="342" name="Google Shape;342;p87"/>
          <p:cNvSpPr txBox="1"/>
          <p:nvPr>
            <p:ph idx="12" type="sldNum"/>
          </p:nvPr>
        </p:nvSpPr>
        <p:spPr>
          <a:xfrm>
            <a:off x="8651378" y="4856473"/>
            <a:ext cx="5484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43" name="Google Shape;343;p87"/>
          <p:cNvSpPr txBox="1"/>
          <p:nvPr>
            <p:ph type="title"/>
          </p:nvPr>
        </p:nvSpPr>
        <p:spPr>
          <a:xfrm>
            <a:off x="271463" y="698522"/>
            <a:ext cx="6068700" cy="808200"/>
          </a:xfrm>
          <a:prstGeom prst="rect">
            <a:avLst/>
          </a:prstGeom>
        </p:spPr>
        <p:txBody>
          <a:bodyPr anchorCtr="0" anchor="t" bIns="34275" lIns="34275" spcFirstLastPara="1" rIns="34275" wrap="square" tIns="34275">
            <a:normAutofit/>
          </a:bodyPr>
          <a:lstStyle>
            <a:lvl1pPr lvl="0">
              <a:spcBef>
                <a:spcPts val="0"/>
              </a:spcBef>
              <a:spcAft>
                <a:spcPts val="0"/>
              </a:spcAft>
              <a:buNone/>
              <a:defRPr b="1" sz="3000">
                <a:latin typeface="Fjalla One"/>
                <a:ea typeface="Fjalla One"/>
                <a:cs typeface="Fjalla One"/>
                <a:sym typeface="Fjalla One"/>
              </a:defRPr>
            </a:lvl1pPr>
            <a:lvl2pPr lvl="1">
              <a:spcBef>
                <a:spcPts val="0"/>
              </a:spcBef>
              <a:spcAft>
                <a:spcPts val="0"/>
              </a:spcAft>
              <a:buNone/>
              <a:defRPr sz="500"/>
            </a:lvl2pPr>
            <a:lvl3pPr lvl="2">
              <a:spcBef>
                <a:spcPts val="0"/>
              </a:spcBef>
              <a:spcAft>
                <a:spcPts val="0"/>
              </a:spcAft>
              <a:buNone/>
              <a:defRPr sz="500"/>
            </a:lvl3pPr>
            <a:lvl4pPr lvl="3">
              <a:spcBef>
                <a:spcPts val="0"/>
              </a:spcBef>
              <a:spcAft>
                <a:spcPts val="0"/>
              </a:spcAft>
              <a:buNone/>
              <a:defRPr sz="500"/>
            </a:lvl4pPr>
            <a:lvl5pPr lvl="4">
              <a:spcBef>
                <a:spcPts val="0"/>
              </a:spcBef>
              <a:spcAft>
                <a:spcPts val="0"/>
              </a:spcAft>
              <a:buNone/>
              <a:defRPr sz="500"/>
            </a:lvl5pPr>
            <a:lvl6pPr lvl="5">
              <a:spcBef>
                <a:spcPts val="0"/>
              </a:spcBef>
              <a:spcAft>
                <a:spcPts val="0"/>
              </a:spcAft>
              <a:buNone/>
              <a:defRPr sz="500"/>
            </a:lvl6pPr>
            <a:lvl7pPr lvl="6">
              <a:spcBef>
                <a:spcPts val="0"/>
              </a:spcBef>
              <a:spcAft>
                <a:spcPts val="0"/>
              </a:spcAft>
              <a:buNone/>
              <a:defRPr sz="500"/>
            </a:lvl7pPr>
            <a:lvl8pPr lvl="7">
              <a:spcBef>
                <a:spcPts val="0"/>
              </a:spcBef>
              <a:spcAft>
                <a:spcPts val="0"/>
              </a:spcAft>
              <a:buNone/>
              <a:defRPr sz="500"/>
            </a:lvl8pPr>
            <a:lvl9pPr lvl="8">
              <a:spcBef>
                <a:spcPts val="0"/>
              </a:spcBef>
              <a:spcAft>
                <a:spcPts val="0"/>
              </a:spcAft>
              <a:buNone/>
              <a:defRPr sz="500"/>
            </a:lvl9pPr>
          </a:lstStyle>
          <a:p/>
        </p:txBody>
      </p:sp>
      <p:sp>
        <p:nvSpPr>
          <p:cNvPr id="344" name="Google Shape;344;p87"/>
          <p:cNvSpPr txBox="1"/>
          <p:nvPr>
            <p:ph idx="2" type="title"/>
          </p:nvPr>
        </p:nvSpPr>
        <p:spPr>
          <a:xfrm>
            <a:off x="322481" y="1636603"/>
            <a:ext cx="3527700" cy="2329500"/>
          </a:xfrm>
          <a:prstGeom prst="rect">
            <a:avLst/>
          </a:prstGeom>
        </p:spPr>
        <p:txBody>
          <a:bodyPr anchorCtr="0" anchor="t" bIns="34275" lIns="34275" spcFirstLastPara="1" rIns="34275" wrap="square" tIns="34275">
            <a:normAutofit/>
          </a:bodyPr>
          <a:lstStyle>
            <a:lvl1pPr lvl="0">
              <a:lnSpc>
                <a:spcPct val="125000"/>
              </a:lnSpc>
              <a:spcBef>
                <a:spcPts val="0"/>
              </a:spcBef>
              <a:spcAft>
                <a:spcPts val="0"/>
              </a:spcAft>
              <a:buNone/>
              <a:defRPr sz="800">
                <a:latin typeface="Droid Sans"/>
                <a:ea typeface="Droid Sans"/>
                <a:cs typeface="Droid Sans"/>
                <a:sym typeface="Droid Sans"/>
              </a:defRPr>
            </a:lvl1pPr>
            <a:lvl2pPr lvl="1">
              <a:spcBef>
                <a:spcPts val="0"/>
              </a:spcBef>
              <a:spcAft>
                <a:spcPts val="0"/>
              </a:spcAft>
              <a:buNone/>
              <a:defRPr sz="800">
                <a:solidFill>
                  <a:srgbClr val="F3F3F3"/>
                </a:solidFill>
                <a:latin typeface="Droid Sans"/>
                <a:ea typeface="Droid Sans"/>
                <a:cs typeface="Droid Sans"/>
                <a:sym typeface="Droid Sans"/>
              </a:defRPr>
            </a:lvl2pPr>
            <a:lvl3pPr lvl="2">
              <a:spcBef>
                <a:spcPts val="0"/>
              </a:spcBef>
              <a:spcAft>
                <a:spcPts val="0"/>
              </a:spcAft>
              <a:buNone/>
              <a:defRPr sz="800">
                <a:solidFill>
                  <a:srgbClr val="F3F3F3"/>
                </a:solidFill>
                <a:latin typeface="Droid Sans"/>
                <a:ea typeface="Droid Sans"/>
                <a:cs typeface="Droid Sans"/>
                <a:sym typeface="Droid Sans"/>
              </a:defRPr>
            </a:lvl3pPr>
            <a:lvl4pPr lvl="3">
              <a:spcBef>
                <a:spcPts val="0"/>
              </a:spcBef>
              <a:spcAft>
                <a:spcPts val="0"/>
              </a:spcAft>
              <a:buNone/>
              <a:defRPr sz="800">
                <a:solidFill>
                  <a:srgbClr val="F3F3F3"/>
                </a:solidFill>
                <a:latin typeface="Droid Sans"/>
                <a:ea typeface="Droid Sans"/>
                <a:cs typeface="Droid Sans"/>
                <a:sym typeface="Droid Sans"/>
              </a:defRPr>
            </a:lvl4pPr>
            <a:lvl5pPr lvl="4">
              <a:spcBef>
                <a:spcPts val="0"/>
              </a:spcBef>
              <a:spcAft>
                <a:spcPts val="0"/>
              </a:spcAft>
              <a:buNone/>
              <a:defRPr sz="800">
                <a:solidFill>
                  <a:srgbClr val="F3F3F3"/>
                </a:solidFill>
                <a:latin typeface="Droid Sans"/>
                <a:ea typeface="Droid Sans"/>
                <a:cs typeface="Droid Sans"/>
                <a:sym typeface="Droid Sans"/>
              </a:defRPr>
            </a:lvl5pPr>
            <a:lvl6pPr lvl="5">
              <a:spcBef>
                <a:spcPts val="0"/>
              </a:spcBef>
              <a:spcAft>
                <a:spcPts val="0"/>
              </a:spcAft>
              <a:buNone/>
              <a:defRPr sz="800">
                <a:solidFill>
                  <a:srgbClr val="F3F3F3"/>
                </a:solidFill>
                <a:latin typeface="Droid Sans"/>
                <a:ea typeface="Droid Sans"/>
                <a:cs typeface="Droid Sans"/>
                <a:sym typeface="Droid Sans"/>
              </a:defRPr>
            </a:lvl6pPr>
            <a:lvl7pPr lvl="6">
              <a:spcBef>
                <a:spcPts val="0"/>
              </a:spcBef>
              <a:spcAft>
                <a:spcPts val="0"/>
              </a:spcAft>
              <a:buNone/>
              <a:defRPr sz="800">
                <a:solidFill>
                  <a:srgbClr val="F3F3F3"/>
                </a:solidFill>
                <a:latin typeface="Droid Sans"/>
                <a:ea typeface="Droid Sans"/>
                <a:cs typeface="Droid Sans"/>
                <a:sym typeface="Droid Sans"/>
              </a:defRPr>
            </a:lvl7pPr>
            <a:lvl8pPr lvl="7">
              <a:spcBef>
                <a:spcPts val="0"/>
              </a:spcBef>
              <a:spcAft>
                <a:spcPts val="0"/>
              </a:spcAft>
              <a:buNone/>
              <a:defRPr sz="800">
                <a:solidFill>
                  <a:srgbClr val="F3F3F3"/>
                </a:solidFill>
                <a:latin typeface="Droid Sans"/>
                <a:ea typeface="Droid Sans"/>
                <a:cs typeface="Droid Sans"/>
                <a:sym typeface="Droid Sans"/>
              </a:defRPr>
            </a:lvl8pPr>
            <a:lvl9pPr lvl="8">
              <a:spcBef>
                <a:spcPts val="0"/>
              </a:spcBef>
              <a:spcAft>
                <a:spcPts val="0"/>
              </a:spcAft>
              <a:buNone/>
              <a:defRPr sz="800">
                <a:solidFill>
                  <a:srgbClr val="F3F3F3"/>
                </a:solidFill>
                <a:latin typeface="Droid Sans"/>
                <a:ea typeface="Droid Sans"/>
                <a:cs typeface="Droid Sans"/>
                <a:sym typeface="Droid Sans"/>
              </a:defRPr>
            </a:lvl9pPr>
          </a:lstStyle>
          <a:p/>
        </p:txBody>
      </p:sp>
      <p:sp>
        <p:nvSpPr>
          <p:cNvPr id="345" name="Google Shape;345;p87"/>
          <p:cNvSpPr txBox="1"/>
          <p:nvPr>
            <p:ph idx="1" type="subTitle"/>
          </p:nvPr>
        </p:nvSpPr>
        <p:spPr>
          <a:xfrm>
            <a:off x="4509150" y="1625625"/>
            <a:ext cx="3426300" cy="2329500"/>
          </a:xfrm>
          <a:prstGeom prst="rect">
            <a:avLst/>
          </a:prstGeom>
        </p:spPr>
        <p:txBody>
          <a:bodyPr anchorCtr="0" anchor="t" bIns="34275" lIns="34275" spcFirstLastPara="1" rIns="34275" wrap="square" tIns="34275">
            <a:normAutofit/>
          </a:bodyPr>
          <a:lstStyle>
            <a:lvl1pPr lvl="0">
              <a:lnSpc>
                <a:spcPct val="125000"/>
              </a:lnSpc>
              <a:spcBef>
                <a:spcPts val="0"/>
              </a:spcBef>
              <a:spcAft>
                <a:spcPts val="0"/>
              </a:spcAft>
              <a:buNone/>
              <a:defRPr sz="800">
                <a:latin typeface="Droid Sans"/>
                <a:ea typeface="Droid Sans"/>
                <a:cs typeface="Droid Sans"/>
                <a:sym typeface="Droid Sans"/>
              </a:defRPr>
            </a:lvl1pPr>
            <a:lvl2pPr lvl="1">
              <a:spcBef>
                <a:spcPts val="1200"/>
              </a:spcBef>
              <a:spcAft>
                <a:spcPts val="0"/>
              </a:spcAft>
              <a:buNone/>
              <a:defRPr sz="800">
                <a:solidFill>
                  <a:srgbClr val="F3F3F3"/>
                </a:solidFill>
                <a:latin typeface="Droid Sans"/>
                <a:ea typeface="Droid Sans"/>
                <a:cs typeface="Droid Sans"/>
                <a:sym typeface="Droid Sans"/>
              </a:defRPr>
            </a:lvl2pPr>
            <a:lvl3pPr lvl="2">
              <a:spcBef>
                <a:spcPts val="1200"/>
              </a:spcBef>
              <a:spcAft>
                <a:spcPts val="0"/>
              </a:spcAft>
              <a:buNone/>
              <a:defRPr sz="800">
                <a:solidFill>
                  <a:srgbClr val="F3F3F3"/>
                </a:solidFill>
                <a:latin typeface="Droid Sans"/>
                <a:ea typeface="Droid Sans"/>
                <a:cs typeface="Droid Sans"/>
                <a:sym typeface="Droid Sans"/>
              </a:defRPr>
            </a:lvl3pPr>
            <a:lvl4pPr lvl="3">
              <a:spcBef>
                <a:spcPts val="1200"/>
              </a:spcBef>
              <a:spcAft>
                <a:spcPts val="0"/>
              </a:spcAft>
              <a:buNone/>
              <a:defRPr sz="800">
                <a:solidFill>
                  <a:srgbClr val="F3F3F3"/>
                </a:solidFill>
                <a:latin typeface="Droid Sans"/>
                <a:ea typeface="Droid Sans"/>
                <a:cs typeface="Droid Sans"/>
                <a:sym typeface="Droid Sans"/>
              </a:defRPr>
            </a:lvl4pPr>
            <a:lvl5pPr lvl="4">
              <a:spcBef>
                <a:spcPts val="1200"/>
              </a:spcBef>
              <a:spcAft>
                <a:spcPts val="0"/>
              </a:spcAft>
              <a:buNone/>
              <a:defRPr sz="800">
                <a:solidFill>
                  <a:srgbClr val="F3F3F3"/>
                </a:solidFill>
                <a:latin typeface="Droid Sans"/>
                <a:ea typeface="Droid Sans"/>
                <a:cs typeface="Droid Sans"/>
                <a:sym typeface="Droid Sans"/>
              </a:defRPr>
            </a:lvl5pPr>
            <a:lvl6pPr lvl="5">
              <a:spcBef>
                <a:spcPts val="1200"/>
              </a:spcBef>
              <a:spcAft>
                <a:spcPts val="0"/>
              </a:spcAft>
              <a:buNone/>
              <a:defRPr sz="800">
                <a:solidFill>
                  <a:srgbClr val="F3F3F3"/>
                </a:solidFill>
                <a:latin typeface="Droid Sans"/>
                <a:ea typeface="Droid Sans"/>
                <a:cs typeface="Droid Sans"/>
                <a:sym typeface="Droid Sans"/>
              </a:defRPr>
            </a:lvl6pPr>
            <a:lvl7pPr lvl="6">
              <a:spcBef>
                <a:spcPts val="1200"/>
              </a:spcBef>
              <a:spcAft>
                <a:spcPts val="0"/>
              </a:spcAft>
              <a:buNone/>
              <a:defRPr sz="800">
                <a:solidFill>
                  <a:srgbClr val="F3F3F3"/>
                </a:solidFill>
                <a:latin typeface="Droid Sans"/>
                <a:ea typeface="Droid Sans"/>
                <a:cs typeface="Droid Sans"/>
                <a:sym typeface="Droid Sans"/>
              </a:defRPr>
            </a:lvl7pPr>
            <a:lvl8pPr lvl="7">
              <a:spcBef>
                <a:spcPts val="1200"/>
              </a:spcBef>
              <a:spcAft>
                <a:spcPts val="0"/>
              </a:spcAft>
              <a:buNone/>
              <a:defRPr sz="800">
                <a:solidFill>
                  <a:srgbClr val="F3F3F3"/>
                </a:solidFill>
                <a:latin typeface="Droid Sans"/>
                <a:ea typeface="Droid Sans"/>
                <a:cs typeface="Droid Sans"/>
                <a:sym typeface="Droid Sans"/>
              </a:defRPr>
            </a:lvl8pPr>
            <a:lvl9pPr lvl="8">
              <a:spcBef>
                <a:spcPts val="1200"/>
              </a:spcBef>
              <a:spcAft>
                <a:spcPts val="1200"/>
              </a:spcAft>
              <a:buNone/>
              <a:defRPr sz="800">
                <a:solidFill>
                  <a:srgbClr val="F3F3F3"/>
                </a:solidFill>
                <a:latin typeface="Droid Sans"/>
                <a:ea typeface="Droid Sans"/>
                <a:cs typeface="Droid Sans"/>
                <a:sym typeface="Droid Sans"/>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w Blank 1">
  <p:cSld name="TITLE_1_5">
    <p:bg>
      <p:bgPr>
        <a:solidFill>
          <a:srgbClr val="FFFFFF"/>
        </a:solidFill>
      </p:bgPr>
    </p:bg>
    <p:spTree>
      <p:nvGrpSpPr>
        <p:cNvPr id="346" name="Shape 346"/>
        <p:cNvGrpSpPr/>
        <p:nvPr/>
      </p:nvGrpSpPr>
      <p:grpSpPr>
        <a:xfrm>
          <a:off x="0" y="0"/>
          <a:ext cx="0" cy="0"/>
          <a:chOff x="0" y="0"/>
          <a:chExt cx="0" cy="0"/>
        </a:xfrm>
      </p:grpSpPr>
      <p:pic>
        <p:nvPicPr>
          <p:cNvPr id="347" name="Google Shape;347;p88"/>
          <p:cNvPicPr preferRelativeResize="0"/>
          <p:nvPr/>
        </p:nvPicPr>
        <p:blipFill rotWithShape="1">
          <a:blip r:embed="rId2">
            <a:alphaModFix amt="0"/>
          </a:blip>
          <a:srcRect b="0" l="0" r="0" t="0"/>
          <a:stretch/>
        </p:blipFill>
        <p:spPr>
          <a:xfrm>
            <a:off x="0" y="0"/>
            <a:ext cx="9144003" cy="5143496"/>
          </a:xfrm>
          <a:prstGeom prst="rect">
            <a:avLst/>
          </a:prstGeom>
          <a:noFill/>
          <a:ln>
            <a:noFill/>
          </a:ln>
        </p:spPr>
      </p:pic>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Guides">
  <p:cSld name="TITLE_1_18_1_1_2">
    <p:spTree>
      <p:nvGrpSpPr>
        <p:cNvPr id="348" name="Shape 348"/>
        <p:cNvGrpSpPr/>
        <p:nvPr/>
      </p:nvGrpSpPr>
      <p:grpSpPr>
        <a:xfrm>
          <a:off x="0" y="0"/>
          <a:ext cx="0" cy="0"/>
          <a:chOff x="0" y="0"/>
          <a:chExt cx="0" cy="0"/>
        </a:xfrm>
      </p:grpSpPr>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22">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sldGuideLst>
    </p:ext>
  </p:extLst>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TITLE_1_18_1_1_1_1_1_2_1_1">
    <p:bg>
      <p:bgPr>
        <a:solidFill>
          <a:srgbClr val="1A1A1A"/>
        </a:solidFill>
      </p:bgPr>
    </p:bg>
    <p:spTree>
      <p:nvGrpSpPr>
        <p:cNvPr id="349" name="Shape 349"/>
        <p:cNvGrpSpPr/>
        <p:nvPr/>
      </p:nvGrpSpPr>
      <p:grpSpPr>
        <a:xfrm>
          <a:off x="0" y="0"/>
          <a:ext cx="0" cy="0"/>
          <a:chOff x="0" y="0"/>
          <a:chExt cx="0" cy="0"/>
        </a:xfrm>
      </p:grpSpPr>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p:cSld name="TITLE_1_18_1_1_1_1_1_2_1_9_1">
    <p:bg>
      <p:bgPr>
        <a:solidFill>
          <a:schemeClr val="lt1"/>
        </a:solidFill>
      </p:bgPr>
    </p:bg>
    <p:spTree>
      <p:nvGrpSpPr>
        <p:cNvPr id="350" name="Shape 350"/>
        <p:cNvGrpSpPr/>
        <p:nvPr/>
      </p:nvGrpSpPr>
      <p:grpSpPr>
        <a:xfrm>
          <a:off x="0" y="0"/>
          <a:ext cx="0" cy="0"/>
          <a:chOff x="0" y="0"/>
          <a:chExt cx="0" cy="0"/>
        </a:xfrm>
      </p:grpSpPr>
      <p:sp>
        <p:nvSpPr>
          <p:cNvPr id="351" name="Google Shape;351;p91"/>
          <p:cNvSpPr txBox="1"/>
          <p:nvPr/>
        </p:nvSpPr>
        <p:spPr>
          <a:xfrm>
            <a:off x="476126" y="197393"/>
            <a:ext cx="644400" cy="2199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n" sz="500">
                <a:solidFill>
                  <a:schemeClr val="lt1"/>
                </a:solidFill>
                <a:latin typeface="Helvetica Neue"/>
                <a:ea typeface="Helvetica Neue"/>
                <a:cs typeface="Helvetica Neue"/>
                <a:sym typeface="Helvetica Neue"/>
              </a:rPr>
              <a:t>Media.Monks</a:t>
            </a:r>
            <a:endParaRPr sz="500">
              <a:solidFill>
                <a:schemeClr val="lt1"/>
              </a:solidFill>
              <a:latin typeface="Helvetica Neue"/>
              <a:ea typeface="Helvetica Neue"/>
              <a:cs typeface="Helvetica Neue"/>
              <a:sym typeface="Helvetica Neue"/>
            </a:endParaRPr>
          </a:p>
        </p:txBody>
      </p:sp>
      <p:sp>
        <p:nvSpPr>
          <p:cNvPr id="352" name="Google Shape;352;p91"/>
          <p:cNvSpPr txBox="1"/>
          <p:nvPr/>
        </p:nvSpPr>
        <p:spPr>
          <a:xfrm>
            <a:off x="6923010" y="197393"/>
            <a:ext cx="1188600" cy="219900"/>
          </a:xfrm>
          <a:prstGeom prst="rect">
            <a:avLst/>
          </a:prstGeom>
          <a:noFill/>
          <a:ln>
            <a:noFill/>
          </a:ln>
        </p:spPr>
        <p:txBody>
          <a:bodyPr anchorCtr="0" anchor="ctr" bIns="91425" lIns="91425" spcFirstLastPara="1" rIns="91425" wrap="square" tIns="91425">
            <a:noAutofit/>
          </a:bodyPr>
          <a:lstStyle/>
          <a:p>
            <a:pPr indent="0" lvl="0" marL="0" rtl="0" algn="r">
              <a:lnSpc>
                <a:spcPct val="150000"/>
              </a:lnSpc>
              <a:spcBef>
                <a:spcPts val="0"/>
              </a:spcBef>
              <a:spcAft>
                <a:spcPts val="0"/>
              </a:spcAft>
              <a:buNone/>
            </a:pPr>
            <a:r>
              <a:rPr lang="en" sz="500">
                <a:solidFill>
                  <a:schemeClr val="lt1"/>
                </a:solidFill>
                <a:latin typeface="Helvetica Neue"/>
                <a:ea typeface="Helvetica Neue"/>
                <a:cs typeface="Helvetica Neue"/>
                <a:sym typeface="Helvetica Neue"/>
              </a:rPr>
              <a:t>Proprietary &amp; Confidential</a:t>
            </a:r>
            <a:endParaRPr sz="500">
              <a:solidFill>
                <a:schemeClr val="lt1"/>
              </a:solidFill>
              <a:latin typeface="Helvetica Neue"/>
              <a:ea typeface="Helvetica Neue"/>
              <a:cs typeface="Helvetica Neue"/>
              <a:sym typeface="Helvetica Neue"/>
            </a:endParaRPr>
          </a:p>
        </p:txBody>
      </p:sp>
      <p:sp>
        <p:nvSpPr>
          <p:cNvPr id="353" name="Google Shape;353;p91"/>
          <p:cNvSpPr txBox="1"/>
          <p:nvPr/>
        </p:nvSpPr>
        <p:spPr>
          <a:xfrm>
            <a:off x="2196557" y="197400"/>
            <a:ext cx="1242000" cy="2199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t/>
            </a:r>
            <a:endParaRPr sz="500">
              <a:solidFill>
                <a:schemeClr val="lt1"/>
              </a:solidFill>
              <a:latin typeface="Helvetica Neue"/>
              <a:ea typeface="Helvetica Neue"/>
              <a:cs typeface="Helvetica Neue"/>
              <a:sym typeface="Helvetica Neue"/>
            </a:endParaRPr>
          </a:p>
        </p:txBody>
      </p:sp>
      <p:sp>
        <p:nvSpPr>
          <p:cNvPr id="354" name="Google Shape;354;p91"/>
          <p:cNvSpPr txBox="1"/>
          <p:nvPr/>
        </p:nvSpPr>
        <p:spPr>
          <a:xfrm>
            <a:off x="8373520" y="90642"/>
            <a:ext cx="369600" cy="393600"/>
          </a:xfrm>
          <a:prstGeom prst="rect">
            <a:avLst/>
          </a:prstGeom>
          <a:noFill/>
          <a:ln>
            <a:noFill/>
          </a:ln>
        </p:spPr>
        <p:txBody>
          <a:bodyPr anchorCtr="0" anchor="ctr" bIns="88475" lIns="88475" spcFirstLastPara="1" rIns="88475" wrap="square" tIns="88475">
            <a:noAutofit/>
          </a:bodyPr>
          <a:lstStyle/>
          <a:p>
            <a:pPr indent="0" lvl="0" marL="0" rtl="0" algn="ctr">
              <a:spcBef>
                <a:spcPts val="0"/>
              </a:spcBef>
              <a:spcAft>
                <a:spcPts val="0"/>
              </a:spcAft>
              <a:buNone/>
            </a:pPr>
            <a:fld id="{00000000-1234-1234-1234-123412341234}" type="slidenum">
              <a:rPr lang="en" sz="500">
                <a:solidFill>
                  <a:schemeClr val="lt1"/>
                </a:solidFill>
                <a:latin typeface="Helvetica Neue"/>
                <a:ea typeface="Helvetica Neue"/>
                <a:cs typeface="Helvetica Neue"/>
                <a:sym typeface="Helvetica Neue"/>
              </a:rPr>
              <a:t>‹#›</a:t>
            </a:fld>
            <a:endParaRPr sz="500">
              <a:solidFill>
                <a:schemeClr val="lt1"/>
              </a:solidFill>
              <a:latin typeface="Helvetica Neue"/>
              <a:ea typeface="Helvetica Neue"/>
              <a:cs typeface="Helvetica Neue"/>
              <a:sym typeface="Helvetica Neue"/>
            </a:endParaRPr>
          </a:p>
        </p:txBody>
      </p:sp>
      <p:sp>
        <p:nvSpPr>
          <p:cNvPr id="355" name="Google Shape;355;p91"/>
          <p:cNvSpPr txBox="1"/>
          <p:nvPr/>
        </p:nvSpPr>
        <p:spPr>
          <a:xfrm>
            <a:off x="476126" y="197393"/>
            <a:ext cx="644400" cy="2199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n" sz="500">
                <a:solidFill>
                  <a:srgbClr val="2D2D2D"/>
                </a:solidFill>
                <a:latin typeface="Helvetica Neue"/>
                <a:ea typeface="Helvetica Neue"/>
                <a:cs typeface="Helvetica Neue"/>
                <a:sym typeface="Helvetica Neue"/>
              </a:rPr>
              <a:t>Media.Monks</a:t>
            </a:r>
            <a:endParaRPr sz="500">
              <a:solidFill>
                <a:srgbClr val="2D2D2D"/>
              </a:solidFill>
              <a:latin typeface="Helvetica Neue"/>
              <a:ea typeface="Helvetica Neue"/>
              <a:cs typeface="Helvetica Neue"/>
              <a:sym typeface="Helvetica Neue"/>
            </a:endParaRPr>
          </a:p>
        </p:txBody>
      </p:sp>
      <p:sp>
        <p:nvSpPr>
          <p:cNvPr id="356" name="Google Shape;356;p91"/>
          <p:cNvSpPr txBox="1"/>
          <p:nvPr/>
        </p:nvSpPr>
        <p:spPr>
          <a:xfrm>
            <a:off x="6923010" y="197393"/>
            <a:ext cx="1188600" cy="219900"/>
          </a:xfrm>
          <a:prstGeom prst="rect">
            <a:avLst/>
          </a:prstGeom>
          <a:noFill/>
          <a:ln>
            <a:noFill/>
          </a:ln>
        </p:spPr>
        <p:txBody>
          <a:bodyPr anchorCtr="0" anchor="ctr" bIns="91425" lIns="91425" spcFirstLastPara="1" rIns="91425" wrap="square" tIns="91425">
            <a:noAutofit/>
          </a:bodyPr>
          <a:lstStyle/>
          <a:p>
            <a:pPr indent="0" lvl="0" marL="0" rtl="0" algn="r">
              <a:lnSpc>
                <a:spcPct val="150000"/>
              </a:lnSpc>
              <a:spcBef>
                <a:spcPts val="0"/>
              </a:spcBef>
              <a:spcAft>
                <a:spcPts val="0"/>
              </a:spcAft>
              <a:buNone/>
            </a:pPr>
            <a:r>
              <a:rPr lang="en" sz="500">
                <a:solidFill>
                  <a:srgbClr val="2D2D2D"/>
                </a:solidFill>
                <a:latin typeface="Helvetica Neue"/>
                <a:ea typeface="Helvetica Neue"/>
                <a:cs typeface="Helvetica Neue"/>
                <a:sym typeface="Helvetica Neue"/>
              </a:rPr>
              <a:t>Proprietary &amp; Confidential</a:t>
            </a:r>
            <a:endParaRPr sz="500">
              <a:solidFill>
                <a:srgbClr val="2D2D2D"/>
              </a:solidFill>
              <a:latin typeface="Helvetica Neue"/>
              <a:ea typeface="Helvetica Neue"/>
              <a:cs typeface="Helvetica Neue"/>
              <a:sym typeface="Helvetica Neue"/>
            </a:endParaRPr>
          </a:p>
        </p:txBody>
      </p:sp>
      <p:sp>
        <p:nvSpPr>
          <p:cNvPr id="357" name="Google Shape;357;p91"/>
          <p:cNvSpPr txBox="1"/>
          <p:nvPr/>
        </p:nvSpPr>
        <p:spPr>
          <a:xfrm>
            <a:off x="2196557" y="197400"/>
            <a:ext cx="1242000" cy="219900"/>
          </a:xfrm>
          <a:prstGeom prst="rect">
            <a:avLst/>
          </a:prstGeom>
          <a:noFill/>
          <a:ln>
            <a:noFill/>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t/>
            </a:r>
            <a:endParaRPr sz="500">
              <a:solidFill>
                <a:srgbClr val="2D2D2D"/>
              </a:solidFill>
              <a:latin typeface="Helvetica Neue"/>
              <a:ea typeface="Helvetica Neue"/>
              <a:cs typeface="Helvetica Neue"/>
              <a:sym typeface="Helvetica Neue"/>
            </a:endParaRPr>
          </a:p>
        </p:txBody>
      </p:sp>
      <p:sp>
        <p:nvSpPr>
          <p:cNvPr id="358" name="Google Shape;358;p91"/>
          <p:cNvSpPr txBox="1"/>
          <p:nvPr/>
        </p:nvSpPr>
        <p:spPr>
          <a:xfrm>
            <a:off x="8373520" y="90642"/>
            <a:ext cx="369600" cy="393600"/>
          </a:xfrm>
          <a:prstGeom prst="rect">
            <a:avLst/>
          </a:prstGeom>
          <a:noFill/>
          <a:ln>
            <a:noFill/>
          </a:ln>
        </p:spPr>
        <p:txBody>
          <a:bodyPr anchorCtr="0" anchor="ctr" bIns="88475" lIns="88475" spcFirstLastPara="1" rIns="88475" wrap="square" tIns="88475">
            <a:noAutofit/>
          </a:bodyPr>
          <a:lstStyle/>
          <a:p>
            <a:pPr indent="0" lvl="0" marL="0" rtl="0" algn="ctr">
              <a:spcBef>
                <a:spcPts val="0"/>
              </a:spcBef>
              <a:spcAft>
                <a:spcPts val="0"/>
              </a:spcAft>
              <a:buNone/>
            </a:pPr>
            <a:fld id="{00000000-1234-1234-1234-123412341234}" type="slidenum">
              <a:rPr lang="en" sz="500">
                <a:solidFill>
                  <a:srgbClr val="2D2D2D"/>
                </a:solidFill>
                <a:latin typeface="Helvetica Neue"/>
                <a:ea typeface="Helvetica Neue"/>
                <a:cs typeface="Helvetica Neue"/>
                <a:sym typeface="Helvetica Neue"/>
              </a:rPr>
              <a:t>‹#›</a:t>
            </a:fld>
            <a:endParaRPr sz="500">
              <a:solidFill>
                <a:srgbClr val="2D2D2D"/>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TITLE_1_18_1_1_1_1_1_2_1_9_2">
    <p:bg>
      <p:bgPr>
        <a:solidFill>
          <a:srgbClr val="1A1A1A"/>
        </a:solidFill>
      </p:bgPr>
    </p:bg>
    <p:spTree>
      <p:nvGrpSpPr>
        <p:cNvPr id="359" name="Shape 359"/>
        <p:cNvGrpSpPr/>
        <p:nvPr/>
      </p:nvGrpSpPr>
      <p:grpSpPr>
        <a:xfrm>
          <a:off x="0" y="0"/>
          <a:ext cx="0" cy="0"/>
          <a:chOff x="0" y="0"/>
          <a:chExt cx="0" cy="0"/>
        </a:xfrm>
      </p:grpSpPr>
      <p:sp>
        <p:nvSpPr>
          <p:cNvPr id="360" name="Google Shape;360;p92"/>
          <p:cNvSpPr txBox="1"/>
          <p:nvPr/>
        </p:nvSpPr>
        <p:spPr>
          <a:xfrm>
            <a:off x="5722500" y="228475"/>
            <a:ext cx="2286000" cy="346800"/>
          </a:xfrm>
          <a:prstGeom prst="rect">
            <a:avLst/>
          </a:prstGeom>
          <a:noFill/>
          <a:ln>
            <a:noFill/>
          </a:ln>
        </p:spPr>
        <p:txBody>
          <a:bodyPr anchorCtr="0" anchor="t" bIns="0" lIns="0" spcFirstLastPara="1" rIns="0" wrap="square" tIns="0">
            <a:noAutofit/>
          </a:bodyPr>
          <a:lstStyle/>
          <a:p>
            <a:pPr indent="0" lvl="0" marL="0" rtl="0" algn="r">
              <a:lnSpc>
                <a:spcPct val="150000"/>
              </a:lnSpc>
              <a:spcBef>
                <a:spcPts val="0"/>
              </a:spcBef>
              <a:spcAft>
                <a:spcPts val="0"/>
              </a:spcAft>
              <a:buNone/>
            </a:pPr>
            <a:r>
              <a:rPr lang="en" sz="500">
                <a:solidFill>
                  <a:srgbClr val="EAE8E4"/>
                </a:solidFill>
                <a:latin typeface="Helvetica Neue"/>
                <a:ea typeface="Helvetica Neue"/>
                <a:cs typeface="Helvetica Neue"/>
                <a:sym typeface="Helvetica Neue"/>
              </a:rPr>
              <a:t>Proprietary &amp; Confidential</a:t>
            </a:r>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sp>
        <p:nvSpPr>
          <p:cNvPr id="361" name="Google Shape;361;p92"/>
          <p:cNvSpPr txBox="1"/>
          <p:nvPr/>
        </p:nvSpPr>
        <p:spPr>
          <a:xfrm>
            <a:off x="8292425" y="228475"/>
            <a:ext cx="281100" cy="3468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sz="500">
                <a:solidFill>
                  <a:srgbClr val="EAE8E4"/>
                </a:solidFill>
                <a:latin typeface="Helvetica Neue"/>
                <a:ea typeface="Helvetica Neue"/>
                <a:cs typeface="Helvetica Neue"/>
                <a:sym typeface="Helvetica Neue"/>
              </a:rPr>
              <a:t>‹#›</a:t>
            </a:fld>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a:p>
            <a:pPr indent="0" lvl="0" marL="0" rtl="0" algn="r">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sp>
        <p:nvSpPr>
          <p:cNvPr id="362" name="Google Shape;362;p92"/>
          <p:cNvSpPr txBox="1"/>
          <p:nvPr/>
        </p:nvSpPr>
        <p:spPr>
          <a:xfrm>
            <a:off x="571949" y="228475"/>
            <a:ext cx="17139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sz="500">
                <a:solidFill>
                  <a:srgbClr val="EAE8E4"/>
                </a:solidFill>
                <a:latin typeface="Helvetica Neue"/>
                <a:ea typeface="Helvetica Neue"/>
                <a:cs typeface="Helvetica Neue"/>
                <a:sym typeface="Helvetica Neue"/>
              </a:rPr>
              <a:t>Media.Monks</a:t>
            </a:r>
            <a:endParaRPr sz="500">
              <a:solidFill>
                <a:srgbClr val="EAE8E4"/>
              </a:solidFill>
              <a:latin typeface="Helvetica Neue"/>
              <a:ea typeface="Helvetica Neue"/>
              <a:cs typeface="Helvetica Neue"/>
              <a:sym typeface="Helvetica Neue"/>
            </a:endParaRPr>
          </a:p>
        </p:txBody>
      </p:sp>
      <p:sp>
        <p:nvSpPr>
          <p:cNvPr id="363" name="Google Shape;363;p92"/>
          <p:cNvSpPr txBox="1"/>
          <p:nvPr/>
        </p:nvSpPr>
        <p:spPr>
          <a:xfrm>
            <a:off x="2286000" y="228475"/>
            <a:ext cx="2286000" cy="346800"/>
          </a:xfrm>
          <a:prstGeom prst="rect">
            <a:avLst/>
          </a:prstGeom>
          <a:noFill/>
          <a:ln>
            <a:noFill/>
          </a:ln>
        </p:spPr>
        <p:txBody>
          <a:bodyPr anchorCtr="0" anchor="t" bIns="0" lIns="0" spcFirstLastPara="1" rIns="0" wrap="square" tIns="0">
            <a:noAutofit/>
          </a:bodyPr>
          <a:lstStyle/>
          <a:p>
            <a:pPr indent="0" lvl="0" marL="0" rtl="0" algn="l">
              <a:lnSpc>
                <a:spcPct val="150000"/>
              </a:lnSpc>
              <a:spcBef>
                <a:spcPts val="0"/>
              </a:spcBef>
              <a:spcAft>
                <a:spcPts val="0"/>
              </a:spcAft>
              <a:buNone/>
            </a:pPr>
            <a:r>
              <a:t/>
            </a:r>
            <a:endParaRPr sz="500">
              <a:solidFill>
                <a:srgbClr val="EAE8E4"/>
              </a:solidFill>
              <a:latin typeface="Helvetica Neue"/>
              <a:ea typeface="Helvetica Neue"/>
              <a:cs typeface="Helvetica Neue"/>
              <a:sym typeface="Helvetica Neue"/>
            </a:endParaRPr>
          </a:p>
        </p:txBody>
      </p:sp>
    </p:spTree>
  </p:cSld>
  <p:clrMapOvr>
    <a:masterClrMapping/>
  </p:clrMapOvr>
  <p:extLst>
    <p:ext uri="{DCECCB84-F9BA-43D5-87BE-67443E8EF086}">
      <p15:sldGuideLst>
        <p15:guide id="1" pos="720">
          <p15:clr>
            <a:srgbClr val="FA7B17"/>
          </p15:clr>
        </p15:guide>
        <p15:guide id="2" pos="1440">
          <p15:clr>
            <a:srgbClr val="FA7B17"/>
          </p15:clr>
        </p15:guide>
        <p15:guide id="3" pos="2880">
          <p15:clr>
            <a:srgbClr val="FA7B17"/>
          </p15:clr>
        </p15:guide>
        <p15:guide id="4" pos="3600">
          <p15:clr>
            <a:srgbClr val="FA7B17"/>
          </p15:clr>
        </p15:guide>
        <p15:guide id="5" pos="360">
          <p15:clr>
            <a:srgbClr val="FA7B17"/>
          </p15:clr>
        </p15:guide>
        <p15:guide id="6" pos="3240">
          <p15:clr>
            <a:srgbClr val="FA7B17"/>
          </p15:clr>
        </p15:guide>
        <p15:guide id="7" orient="horz" pos="722">
          <p15:clr>
            <a:srgbClr val="FA7B17"/>
          </p15:clr>
        </p15:guide>
        <p15:guide id="8" orient="horz" pos="2518">
          <p15:clr>
            <a:srgbClr val="FA7B17"/>
          </p15:clr>
        </p15:guide>
        <p15:guide id="9" orient="horz" pos="2882">
          <p15:clr>
            <a:srgbClr val="FA7B17"/>
          </p15:clr>
        </p15:guide>
        <p15:guide id="10" orient="horz" pos="362">
          <p15:clr>
            <a:srgbClr val="FA7B17"/>
          </p15:clr>
        </p15:guide>
        <p15:guide id="11" pos="5045">
          <p15:clr>
            <a:srgbClr val="FA7B17"/>
          </p15:clr>
        </p15:guide>
        <p15:guide id="12" pos="5400">
          <p15:clr>
            <a:srgbClr val="FA7B17"/>
          </p15:clr>
        </p15:guide>
        <p15:guide id="13" pos="179">
          <p15:clr>
            <a:srgbClr val="FA7B17"/>
          </p15:clr>
        </p15:guide>
        <p15:guide id="14" orient="horz" pos="1620">
          <p15:clr>
            <a:srgbClr val="FA7B17"/>
          </p15:clr>
        </p15:guide>
        <p15:guide id="15" pos="536">
          <p15:clr>
            <a:srgbClr val="FA7B17"/>
          </p15:clr>
        </p15:guide>
        <p15:guide id="16" orient="horz" pos="542">
          <p15:clr>
            <a:srgbClr val="FA7B17"/>
          </p15:clr>
        </p15:guide>
        <p15:guide id="17" orient="horz" pos="182">
          <p15:clr>
            <a:srgbClr val="FA7B17"/>
          </p15:clr>
        </p15:guide>
        <p15:guide id="18" orient="horz" pos="3058">
          <p15:clr>
            <a:srgbClr val="FA7B17"/>
          </p15:clr>
        </p15:guide>
        <p15:guide id="19" orient="horz" pos="2698">
          <p15:clr>
            <a:srgbClr val="FA7B17"/>
          </p15:clr>
        </p15:guide>
        <p15:guide id="20" pos="5224">
          <p15:clr>
            <a:srgbClr val="FA7B17"/>
          </p15:clr>
        </p15:guide>
        <p15:guide id="21" pos="5577">
          <p15:clr>
            <a:srgbClr val="FA7B17"/>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9" Type="http://schemas.openxmlformats.org/officeDocument/2006/relationships/slideLayout" Target="../slideLayouts/slideLayout37.xml"/><Relationship Id="rId5" Type="http://schemas.openxmlformats.org/officeDocument/2006/relationships/slideLayout" Target="../slideLayouts/slideLayout33.xml"/><Relationship Id="rId6" Type="http://schemas.openxmlformats.org/officeDocument/2006/relationships/slideLayout" Target="../slideLayouts/slideLayout34.xml"/><Relationship Id="rId7" Type="http://schemas.openxmlformats.org/officeDocument/2006/relationships/slideLayout" Target="../slideLayouts/slideLayout35.xml"/><Relationship Id="rId8" Type="http://schemas.openxmlformats.org/officeDocument/2006/relationships/slideLayout" Target="../slideLayouts/slideLayout36.xml"/><Relationship Id="rId11" Type="http://schemas.openxmlformats.org/officeDocument/2006/relationships/slideLayout" Target="../slideLayouts/slideLayout39.xml"/><Relationship Id="rId10" Type="http://schemas.openxmlformats.org/officeDocument/2006/relationships/slideLayout" Target="../slideLayouts/slideLayout38.xml"/><Relationship Id="rId13" Type="http://schemas.openxmlformats.org/officeDocument/2006/relationships/slideLayout" Target="../slideLayouts/slideLayout41.xml"/><Relationship Id="rId12" Type="http://schemas.openxmlformats.org/officeDocument/2006/relationships/slideLayout" Target="../slideLayouts/slideLayout40.xml"/><Relationship Id="rId15" Type="http://schemas.openxmlformats.org/officeDocument/2006/relationships/slideLayout" Target="../slideLayouts/slideLayout43.xml"/><Relationship Id="rId14" Type="http://schemas.openxmlformats.org/officeDocument/2006/relationships/slideLayout" Target="../slideLayouts/slideLayout42.xml"/><Relationship Id="rId17" Type="http://schemas.openxmlformats.org/officeDocument/2006/relationships/theme" Target="../theme/theme3.xml"/><Relationship Id="rId16" Type="http://schemas.openxmlformats.org/officeDocument/2006/relationships/slideLayout" Target="../slideLayouts/slideLayout44.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64.xml"/><Relationship Id="rId22" Type="http://schemas.openxmlformats.org/officeDocument/2006/relationships/slideLayout" Target="../slideLayouts/slideLayout66.xml"/><Relationship Id="rId21" Type="http://schemas.openxmlformats.org/officeDocument/2006/relationships/slideLayout" Target="../slideLayouts/slideLayout65.xml"/><Relationship Id="rId23" Type="http://schemas.openxmlformats.org/officeDocument/2006/relationships/theme" Target="../theme/theme4.xml"/><Relationship Id="rId1" Type="http://schemas.openxmlformats.org/officeDocument/2006/relationships/slideLayout" Target="../slideLayouts/slideLayout45.xml"/><Relationship Id="rId2" Type="http://schemas.openxmlformats.org/officeDocument/2006/relationships/slideLayout" Target="../slideLayouts/slideLayout46.xml"/><Relationship Id="rId3" Type="http://schemas.openxmlformats.org/officeDocument/2006/relationships/slideLayout" Target="../slideLayouts/slideLayout47.xml"/><Relationship Id="rId4" Type="http://schemas.openxmlformats.org/officeDocument/2006/relationships/slideLayout" Target="../slideLayouts/slideLayout48.xml"/><Relationship Id="rId9" Type="http://schemas.openxmlformats.org/officeDocument/2006/relationships/slideLayout" Target="../slideLayouts/slideLayout53.xml"/><Relationship Id="rId5" Type="http://schemas.openxmlformats.org/officeDocument/2006/relationships/slideLayout" Target="../slideLayouts/slideLayout49.xml"/><Relationship Id="rId6" Type="http://schemas.openxmlformats.org/officeDocument/2006/relationships/slideLayout" Target="../slideLayouts/slideLayout50.xml"/><Relationship Id="rId7" Type="http://schemas.openxmlformats.org/officeDocument/2006/relationships/slideLayout" Target="../slideLayouts/slideLayout51.xml"/><Relationship Id="rId8" Type="http://schemas.openxmlformats.org/officeDocument/2006/relationships/slideLayout" Target="../slideLayouts/slideLayout52.xml"/><Relationship Id="rId11" Type="http://schemas.openxmlformats.org/officeDocument/2006/relationships/slideLayout" Target="../slideLayouts/slideLayout55.xml"/><Relationship Id="rId10" Type="http://schemas.openxmlformats.org/officeDocument/2006/relationships/slideLayout" Target="../slideLayouts/slideLayout54.xml"/><Relationship Id="rId13" Type="http://schemas.openxmlformats.org/officeDocument/2006/relationships/slideLayout" Target="../slideLayouts/slideLayout57.xml"/><Relationship Id="rId12" Type="http://schemas.openxmlformats.org/officeDocument/2006/relationships/slideLayout" Target="../slideLayouts/slideLayout56.xml"/><Relationship Id="rId15" Type="http://schemas.openxmlformats.org/officeDocument/2006/relationships/slideLayout" Target="../slideLayouts/slideLayout59.xml"/><Relationship Id="rId14" Type="http://schemas.openxmlformats.org/officeDocument/2006/relationships/slideLayout" Target="../slideLayouts/slideLayout58.xml"/><Relationship Id="rId17" Type="http://schemas.openxmlformats.org/officeDocument/2006/relationships/slideLayout" Target="../slideLayouts/slideLayout61.xml"/><Relationship Id="rId16" Type="http://schemas.openxmlformats.org/officeDocument/2006/relationships/slideLayout" Target="../slideLayouts/slideLayout60.xml"/><Relationship Id="rId19" Type="http://schemas.openxmlformats.org/officeDocument/2006/relationships/slideLayout" Target="../slideLayouts/slideLayout63.xml"/><Relationship Id="rId18" Type="http://schemas.openxmlformats.org/officeDocument/2006/relationships/slideLayout" Target="../slideLayouts/slideLayout62.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86.xml"/><Relationship Id="rId22" Type="http://schemas.openxmlformats.org/officeDocument/2006/relationships/slideLayout" Target="../slideLayouts/slideLayout88.xml"/><Relationship Id="rId21" Type="http://schemas.openxmlformats.org/officeDocument/2006/relationships/slideLayout" Target="../slideLayouts/slideLayout87.xml"/><Relationship Id="rId23" Type="http://schemas.openxmlformats.org/officeDocument/2006/relationships/theme" Target="../theme/theme5.xml"/><Relationship Id="rId1" Type="http://schemas.openxmlformats.org/officeDocument/2006/relationships/slideLayout" Target="../slideLayouts/slideLayout67.xml"/><Relationship Id="rId2" Type="http://schemas.openxmlformats.org/officeDocument/2006/relationships/slideLayout" Target="../slideLayouts/slideLayout68.xml"/><Relationship Id="rId3" Type="http://schemas.openxmlformats.org/officeDocument/2006/relationships/slideLayout" Target="../slideLayouts/slideLayout69.xml"/><Relationship Id="rId4" Type="http://schemas.openxmlformats.org/officeDocument/2006/relationships/slideLayout" Target="../slideLayouts/slideLayout70.xml"/><Relationship Id="rId9" Type="http://schemas.openxmlformats.org/officeDocument/2006/relationships/slideLayout" Target="../slideLayouts/slideLayout75.xml"/><Relationship Id="rId5" Type="http://schemas.openxmlformats.org/officeDocument/2006/relationships/slideLayout" Target="../slideLayouts/slideLayout71.xml"/><Relationship Id="rId6" Type="http://schemas.openxmlformats.org/officeDocument/2006/relationships/slideLayout" Target="../slideLayouts/slideLayout72.xml"/><Relationship Id="rId7" Type="http://schemas.openxmlformats.org/officeDocument/2006/relationships/slideLayout" Target="../slideLayouts/slideLayout73.xml"/><Relationship Id="rId8" Type="http://schemas.openxmlformats.org/officeDocument/2006/relationships/slideLayout" Target="../slideLayouts/slideLayout74.xml"/><Relationship Id="rId11" Type="http://schemas.openxmlformats.org/officeDocument/2006/relationships/slideLayout" Target="../slideLayouts/slideLayout77.xml"/><Relationship Id="rId10" Type="http://schemas.openxmlformats.org/officeDocument/2006/relationships/slideLayout" Target="../slideLayouts/slideLayout76.xml"/><Relationship Id="rId13" Type="http://schemas.openxmlformats.org/officeDocument/2006/relationships/slideLayout" Target="../slideLayouts/slideLayout79.xml"/><Relationship Id="rId12" Type="http://schemas.openxmlformats.org/officeDocument/2006/relationships/slideLayout" Target="../slideLayouts/slideLayout78.xml"/><Relationship Id="rId15" Type="http://schemas.openxmlformats.org/officeDocument/2006/relationships/slideLayout" Target="../slideLayouts/slideLayout81.xml"/><Relationship Id="rId14" Type="http://schemas.openxmlformats.org/officeDocument/2006/relationships/slideLayout" Target="../slideLayouts/slideLayout80.xml"/><Relationship Id="rId17" Type="http://schemas.openxmlformats.org/officeDocument/2006/relationships/slideLayout" Target="../slideLayouts/slideLayout83.xml"/><Relationship Id="rId16" Type="http://schemas.openxmlformats.org/officeDocument/2006/relationships/slideLayout" Target="../slideLayouts/slideLayout82.xml"/><Relationship Id="rId19" Type="http://schemas.openxmlformats.org/officeDocument/2006/relationships/slideLayout" Target="../slideLayouts/slideLayout85.xml"/><Relationship Id="rId18" Type="http://schemas.openxmlformats.org/officeDocument/2006/relationships/slideLayout" Target="../slideLayouts/slideLayout8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137" name="Shape 137"/>
        <p:cNvGrpSpPr/>
        <p:nvPr/>
      </p:nvGrpSpPr>
      <p:grpSpPr>
        <a:xfrm>
          <a:off x="0" y="0"/>
          <a:ext cx="0" cy="0"/>
          <a:chOff x="0" y="0"/>
          <a:chExt cx="0" cy="0"/>
        </a:xfrm>
      </p:grpSpPr>
      <p:sp>
        <p:nvSpPr>
          <p:cNvPr id="138" name="Google Shape;138;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18" name="Shape 218"/>
        <p:cNvGrpSpPr/>
        <p:nvPr/>
      </p:nvGrpSpPr>
      <p:grpSpPr>
        <a:xfrm>
          <a:off x="0" y="0"/>
          <a:ext cx="0" cy="0"/>
          <a:chOff x="0" y="0"/>
          <a:chExt cx="0" cy="0"/>
        </a:xfrm>
      </p:grpSpPr>
      <p:sp>
        <p:nvSpPr>
          <p:cNvPr id="219" name="Google Shape;219;p4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220" name="Google Shape;220;p4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221" name="Google Shape;221;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91" name="Shape 291"/>
        <p:cNvGrpSpPr/>
        <p:nvPr/>
      </p:nvGrpSpPr>
      <p:grpSpPr>
        <a:xfrm>
          <a:off x="0" y="0"/>
          <a:ext cx="0" cy="0"/>
          <a:chOff x="0" y="0"/>
          <a:chExt cx="0" cy="0"/>
        </a:xfrm>
      </p:grpSpPr>
      <p:sp>
        <p:nvSpPr>
          <p:cNvPr id="292" name="Google Shape;292;p7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293" name="Google Shape;293;p7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294" name="Google Shape;294;p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734" r:id="rId21"/>
    <p:sldLayoutId id="2147483735"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6.pn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6.pn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67" name="Shape 367"/>
        <p:cNvGrpSpPr/>
        <p:nvPr/>
      </p:nvGrpSpPr>
      <p:grpSpPr>
        <a:xfrm>
          <a:off x="0" y="0"/>
          <a:ext cx="0" cy="0"/>
          <a:chOff x="0" y="0"/>
          <a:chExt cx="0" cy="0"/>
        </a:xfrm>
      </p:grpSpPr>
      <p:sp>
        <p:nvSpPr>
          <p:cNvPr id="368" name="Google Shape;368;p93"/>
          <p:cNvSpPr txBox="1"/>
          <p:nvPr/>
        </p:nvSpPr>
        <p:spPr>
          <a:xfrm>
            <a:off x="284850" y="756350"/>
            <a:ext cx="8547300" cy="35799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None/>
            </a:pPr>
            <a:r>
              <a:rPr lang="en" sz="6000">
                <a:solidFill>
                  <a:srgbClr val="AEEDC4"/>
                </a:solidFill>
                <a:latin typeface="Helvetica Neue"/>
                <a:ea typeface="Helvetica Neue"/>
                <a:cs typeface="Helvetica Neue"/>
                <a:sym typeface="Helvetica Neue"/>
              </a:rPr>
              <a:t>Energy</a:t>
            </a:r>
            <a:r>
              <a:rPr lang="en" sz="6000">
                <a:solidFill>
                  <a:srgbClr val="AEEDC4"/>
                </a:solidFill>
                <a:latin typeface="Helvetica Neue"/>
                <a:ea typeface="Helvetica Neue"/>
                <a:cs typeface="Helvetica Neue"/>
                <a:sym typeface="Helvetica Neue"/>
              </a:rPr>
              <a:t> Spotlight</a:t>
            </a:r>
            <a:endParaRPr sz="6000">
              <a:solidFill>
                <a:srgbClr val="AEEDC4"/>
              </a:solidFill>
              <a:latin typeface="Helvetica Neue"/>
              <a:ea typeface="Helvetica Neue"/>
              <a:cs typeface="Helvetica Neue"/>
              <a:sym typeface="Helvetica Neue"/>
            </a:endParaRPr>
          </a:p>
          <a:p>
            <a:pPr indent="0" lvl="0" marL="0" rtl="0" algn="l">
              <a:lnSpc>
                <a:spcPct val="80000"/>
              </a:lnSpc>
              <a:spcBef>
                <a:spcPts val="0"/>
              </a:spcBef>
              <a:spcAft>
                <a:spcPts val="0"/>
              </a:spcAft>
              <a:buNone/>
            </a:pPr>
            <a:r>
              <a:t/>
            </a:r>
            <a:endParaRPr sz="6000">
              <a:solidFill>
                <a:srgbClr val="AEEDC4"/>
              </a:solidFill>
              <a:latin typeface="Helvetica Neue"/>
              <a:ea typeface="Helvetica Neue"/>
              <a:cs typeface="Helvetica Neue"/>
              <a:sym typeface="Helvetica Neue"/>
            </a:endParaRPr>
          </a:p>
          <a:p>
            <a:pPr indent="0" lvl="0" marL="0" rtl="0" algn="l">
              <a:lnSpc>
                <a:spcPct val="80000"/>
              </a:lnSpc>
              <a:spcBef>
                <a:spcPts val="0"/>
              </a:spcBef>
              <a:spcAft>
                <a:spcPts val="0"/>
              </a:spcAft>
              <a:buNone/>
            </a:pPr>
            <a:r>
              <a:rPr lang="en" sz="5000">
                <a:solidFill>
                  <a:srgbClr val="F2F7F7"/>
                </a:solidFill>
                <a:latin typeface="Helvetica Neue"/>
                <a:ea typeface="Helvetica Neue"/>
                <a:cs typeface="Helvetica Neue"/>
                <a:sym typeface="Helvetica Neue"/>
              </a:rPr>
              <a:t>Analytics Measurement Plan </a:t>
            </a:r>
            <a:endParaRPr sz="5000">
              <a:solidFill>
                <a:srgbClr val="F2F7F7"/>
              </a:solidFill>
              <a:latin typeface="Helvetica Neue"/>
              <a:ea typeface="Helvetica Neue"/>
              <a:cs typeface="Helvetica Neue"/>
              <a:sym typeface="Helvetica Neue"/>
            </a:endParaRPr>
          </a:p>
          <a:p>
            <a:pPr indent="0" lvl="0" marL="0" rtl="0" algn="l">
              <a:lnSpc>
                <a:spcPct val="80000"/>
              </a:lnSpc>
              <a:spcBef>
                <a:spcPts val="0"/>
              </a:spcBef>
              <a:spcAft>
                <a:spcPts val="0"/>
              </a:spcAft>
              <a:buNone/>
            </a:pPr>
            <a:r>
              <a:t/>
            </a:r>
            <a:endParaRPr sz="6000">
              <a:solidFill>
                <a:srgbClr val="F2F7F7"/>
              </a:solidFill>
              <a:latin typeface="Helvetica Neue"/>
              <a:ea typeface="Helvetica Neue"/>
              <a:cs typeface="Helvetica Neue"/>
              <a:sym typeface="Helvetica Neue"/>
            </a:endParaRPr>
          </a:p>
          <a:p>
            <a:pPr indent="0" lvl="0" marL="0" rtl="0" algn="l">
              <a:lnSpc>
                <a:spcPct val="80000"/>
              </a:lnSpc>
              <a:spcBef>
                <a:spcPts val="0"/>
              </a:spcBef>
              <a:spcAft>
                <a:spcPts val="0"/>
              </a:spcAft>
              <a:buNone/>
            </a:pPr>
            <a:r>
              <a:t/>
            </a:r>
            <a:endParaRPr sz="6000">
              <a:solidFill>
                <a:srgbClr val="F2F7F7"/>
              </a:solidFill>
              <a:latin typeface="Helvetica Neue"/>
              <a:ea typeface="Helvetica Neue"/>
              <a:cs typeface="Helvetica Neue"/>
              <a:sym typeface="Helvetica Neue"/>
            </a:endParaRPr>
          </a:p>
          <a:p>
            <a:pPr indent="0" lvl="0" marL="0" rtl="0" algn="l">
              <a:lnSpc>
                <a:spcPct val="80000"/>
              </a:lnSpc>
              <a:spcBef>
                <a:spcPts val="0"/>
              </a:spcBef>
              <a:spcAft>
                <a:spcPts val="0"/>
              </a:spcAft>
              <a:buNone/>
            </a:pPr>
            <a:r>
              <a:t/>
            </a:r>
            <a:endParaRPr sz="1800">
              <a:solidFill>
                <a:srgbClr val="F2F7F7"/>
              </a:solidFill>
              <a:latin typeface="Helvetica Neue"/>
              <a:ea typeface="Helvetica Neue"/>
              <a:cs typeface="Helvetica Neue"/>
              <a:sym typeface="Helvetica Neue"/>
            </a:endParaRPr>
          </a:p>
          <a:p>
            <a:pPr indent="0" lvl="0" marL="0" rtl="0" algn="l">
              <a:lnSpc>
                <a:spcPct val="80000"/>
              </a:lnSpc>
              <a:spcBef>
                <a:spcPts val="0"/>
              </a:spcBef>
              <a:spcAft>
                <a:spcPts val="0"/>
              </a:spcAft>
              <a:buNone/>
            </a:pPr>
            <a:r>
              <a:t/>
            </a:r>
            <a:endParaRPr sz="7200">
              <a:solidFill>
                <a:srgbClr val="F2F7F7"/>
              </a:solidFill>
              <a:latin typeface="Helvetica Neue"/>
              <a:ea typeface="Helvetica Neue"/>
              <a:cs typeface="Helvetica Neue"/>
              <a:sym typeface="Helvetica Neue"/>
            </a:endParaRPr>
          </a:p>
        </p:txBody>
      </p:sp>
      <p:grpSp>
        <p:nvGrpSpPr>
          <p:cNvPr id="369" name="Google Shape;369;p93"/>
          <p:cNvGrpSpPr/>
          <p:nvPr/>
        </p:nvGrpSpPr>
        <p:grpSpPr>
          <a:xfrm>
            <a:off x="283069" y="286219"/>
            <a:ext cx="1148396" cy="100627"/>
            <a:chOff x="3997569" y="324244"/>
            <a:chExt cx="1148396" cy="100627"/>
          </a:xfrm>
        </p:grpSpPr>
        <p:sp>
          <p:nvSpPr>
            <p:cNvPr id="370" name="Google Shape;370;p93"/>
            <p:cNvSpPr/>
            <p:nvPr/>
          </p:nvSpPr>
          <p:spPr>
            <a:xfrm>
              <a:off x="3997569" y="324244"/>
              <a:ext cx="384140" cy="100627"/>
            </a:xfrm>
            <a:custGeom>
              <a:rect b="b" l="l" r="r" t="t"/>
              <a:pathLst>
                <a:path extrusionOk="0" h="4377" w="16709">
                  <a:moveTo>
                    <a:pt x="15132" y="1"/>
                  </a:moveTo>
                  <a:lnTo>
                    <a:pt x="14760" y="49"/>
                  </a:lnTo>
                  <a:lnTo>
                    <a:pt x="14397" y="135"/>
                  </a:lnTo>
                  <a:lnTo>
                    <a:pt x="14043" y="278"/>
                  </a:lnTo>
                  <a:lnTo>
                    <a:pt x="13871" y="364"/>
                  </a:lnTo>
                  <a:lnTo>
                    <a:pt x="13632" y="498"/>
                  </a:lnTo>
                  <a:lnTo>
                    <a:pt x="13489" y="622"/>
                  </a:lnTo>
                  <a:lnTo>
                    <a:pt x="13432" y="679"/>
                  </a:lnTo>
                  <a:lnTo>
                    <a:pt x="13394" y="813"/>
                  </a:lnTo>
                  <a:lnTo>
                    <a:pt x="13422" y="870"/>
                  </a:lnTo>
                  <a:lnTo>
                    <a:pt x="13441" y="918"/>
                  </a:lnTo>
                  <a:lnTo>
                    <a:pt x="13527" y="975"/>
                  </a:lnTo>
                  <a:lnTo>
                    <a:pt x="13585" y="985"/>
                  </a:lnTo>
                  <a:lnTo>
                    <a:pt x="13718" y="994"/>
                  </a:lnTo>
                  <a:lnTo>
                    <a:pt x="13929" y="956"/>
                  </a:lnTo>
                  <a:lnTo>
                    <a:pt x="14292" y="889"/>
                  </a:lnTo>
                  <a:lnTo>
                    <a:pt x="14674" y="851"/>
                  </a:lnTo>
                  <a:lnTo>
                    <a:pt x="15056" y="832"/>
                  </a:lnTo>
                  <a:lnTo>
                    <a:pt x="15361" y="861"/>
                  </a:lnTo>
                  <a:lnTo>
                    <a:pt x="15495" y="880"/>
                  </a:lnTo>
                  <a:lnTo>
                    <a:pt x="15677" y="956"/>
                  </a:lnTo>
                  <a:lnTo>
                    <a:pt x="15724" y="1004"/>
                  </a:lnTo>
                  <a:lnTo>
                    <a:pt x="15753" y="1071"/>
                  </a:lnTo>
                  <a:lnTo>
                    <a:pt x="15763" y="1271"/>
                  </a:lnTo>
                  <a:lnTo>
                    <a:pt x="15734" y="1405"/>
                  </a:lnTo>
                  <a:lnTo>
                    <a:pt x="15648" y="1692"/>
                  </a:lnTo>
                  <a:lnTo>
                    <a:pt x="15505" y="2036"/>
                  </a:lnTo>
                  <a:lnTo>
                    <a:pt x="15342" y="2389"/>
                  </a:lnTo>
                  <a:lnTo>
                    <a:pt x="15151" y="2714"/>
                  </a:lnTo>
                  <a:lnTo>
                    <a:pt x="15046" y="2895"/>
                  </a:lnTo>
                  <a:lnTo>
                    <a:pt x="15008" y="3020"/>
                  </a:lnTo>
                  <a:lnTo>
                    <a:pt x="14998" y="3077"/>
                  </a:lnTo>
                  <a:lnTo>
                    <a:pt x="15027" y="3182"/>
                  </a:lnTo>
                  <a:lnTo>
                    <a:pt x="15065" y="3220"/>
                  </a:lnTo>
                  <a:lnTo>
                    <a:pt x="15123" y="3268"/>
                  </a:lnTo>
                  <a:lnTo>
                    <a:pt x="15189" y="3278"/>
                  </a:lnTo>
                  <a:lnTo>
                    <a:pt x="15285" y="3258"/>
                  </a:lnTo>
                  <a:lnTo>
                    <a:pt x="15533" y="3115"/>
                  </a:lnTo>
                  <a:lnTo>
                    <a:pt x="15696" y="2972"/>
                  </a:lnTo>
                  <a:lnTo>
                    <a:pt x="15839" y="2838"/>
                  </a:lnTo>
                  <a:lnTo>
                    <a:pt x="16097" y="2552"/>
                  </a:lnTo>
                  <a:lnTo>
                    <a:pt x="16307" y="2246"/>
                  </a:lnTo>
                  <a:lnTo>
                    <a:pt x="16470" y="1911"/>
                  </a:lnTo>
                  <a:lnTo>
                    <a:pt x="16536" y="1740"/>
                  </a:lnTo>
                  <a:lnTo>
                    <a:pt x="16594" y="1548"/>
                  </a:lnTo>
                  <a:lnTo>
                    <a:pt x="16680" y="1166"/>
                  </a:lnTo>
                  <a:lnTo>
                    <a:pt x="16699" y="966"/>
                  </a:lnTo>
                  <a:lnTo>
                    <a:pt x="16708" y="775"/>
                  </a:lnTo>
                  <a:lnTo>
                    <a:pt x="16661" y="479"/>
                  </a:lnTo>
                  <a:lnTo>
                    <a:pt x="16613" y="383"/>
                  </a:lnTo>
                  <a:lnTo>
                    <a:pt x="16536" y="307"/>
                  </a:lnTo>
                  <a:lnTo>
                    <a:pt x="16279" y="163"/>
                  </a:lnTo>
                  <a:lnTo>
                    <a:pt x="16097" y="106"/>
                  </a:lnTo>
                  <a:lnTo>
                    <a:pt x="15906" y="58"/>
                  </a:lnTo>
                  <a:lnTo>
                    <a:pt x="15514" y="1"/>
                  </a:lnTo>
                  <a:close/>
                  <a:moveTo>
                    <a:pt x="230" y="278"/>
                  </a:moveTo>
                  <a:lnTo>
                    <a:pt x="125" y="287"/>
                  </a:lnTo>
                  <a:lnTo>
                    <a:pt x="77" y="326"/>
                  </a:lnTo>
                  <a:lnTo>
                    <a:pt x="39" y="364"/>
                  </a:lnTo>
                  <a:lnTo>
                    <a:pt x="10" y="431"/>
                  </a:lnTo>
                  <a:lnTo>
                    <a:pt x="1" y="507"/>
                  </a:lnTo>
                  <a:lnTo>
                    <a:pt x="29" y="622"/>
                  </a:lnTo>
                  <a:lnTo>
                    <a:pt x="125" y="832"/>
                  </a:lnTo>
                  <a:lnTo>
                    <a:pt x="316" y="1090"/>
                  </a:lnTo>
                  <a:lnTo>
                    <a:pt x="545" y="1357"/>
                  </a:lnTo>
                  <a:lnTo>
                    <a:pt x="1032" y="1864"/>
                  </a:lnTo>
                  <a:lnTo>
                    <a:pt x="1567" y="2332"/>
                  </a:lnTo>
                  <a:lnTo>
                    <a:pt x="2150" y="2743"/>
                  </a:lnTo>
                  <a:lnTo>
                    <a:pt x="2456" y="2934"/>
                  </a:lnTo>
                  <a:lnTo>
                    <a:pt x="2771" y="3115"/>
                  </a:lnTo>
                  <a:lnTo>
                    <a:pt x="3411" y="3430"/>
                  </a:lnTo>
                  <a:lnTo>
                    <a:pt x="4080" y="3698"/>
                  </a:lnTo>
                  <a:lnTo>
                    <a:pt x="4767" y="3927"/>
                  </a:lnTo>
                  <a:lnTo>
                    <a:pt x="5121" y="4013"/>
                  </a:lnTo>
                  <a:lnTo>
                    <a:pt x="5474" y="4099"/>
                  </a:lnTo>
                  <a:lnTo>
                    <a:pt x="6191" y="4233"/>
                  </a:lnTo>
                  <a:lnTo>
                    <a:pt x="6917" y="4328"/>
                  </a:lnTo>
                  <a:lnTo>
                    <a:pt x="7652" y="4367"/>
                  </a:lnTo>
                  <a:lnTo>
                    <a:pt x="8025" y="4376"/>
                  </a:lnTo>
                  <a:lnTo>
                    <a:pt x="8646" y="4367"/>
                  </a:lnTo>
                  <a:lnTo>
                    <a:pt x="9878" y="4242"/>
                  </a:lnTo>
                  <a:lnTo>
                    <a:pt x="10480" y="4128"/>
                  </a:lnTo>
                  <a:lnTo>
                    <a:pt x="11072" y="3994"/>
                  </a:lnTo>
                  <a:lnTo>
                    <a:pt x="12190" y="3631"/>
                  </a:lnTo>
                  <a:lnTo>
                    <a:pt x="12715" y="3411"/>
                  </a:lnTo>
                  <a:lnTo>
                    <a:pt x="13222" y="3163"/>
                  </a:lnTo>
                  <a:lnTo>
                    <a:pt x="14120" y="2599"/>
                  </a:lnTo>
                  <a:lnTo>
                    <a:pt x="14521" y="2274"/>
                  </a:lnTo>
                  <a:lnTo>
                    <a:pt x="14702" y="2103"/>
                  </a:lnTo>
                  <a:lnTo>
                    <a:pt x="14912" y="1816"/>
                  </a:lnTo>
                  <a:lnTo>
                    <a:pt x="14922" y="1711"/>
                  </a:lnTo>
                  <a:lnTo>
                    <a:pt x="14912" y="1634"/>
                  </a:lnTo>
                  <a:lnTo>
                    <a:pt x="14855" y="1548"/>
                  </a:lnTo>
                  <a:lnTo>
                    <a:pt x="14807" y="1510"/>
                  </a:lnTo>
                  <a:lnTo>
                    <a:pt x="14702" y="1482"/>
                  </a:lnTo>
                  <a:lnTo>
                    <a:pt x="14635" y="1491"/>
                  </a:lnTo>
                  <a:lnTo>
                    <a:pt x="14492" y="1539"/>
                  </a:lnTo>
                  <a:lnTo>
                    <a:pt x="14282" y="1644"/>
                  </a:lnTo>
                  <a:lnTo>
                    <a:pt x="13995" y="1787"/>
                  </a:lnTo>
                  <a:lnTo>
                    <a:pt x="13384" y="2045"/>
                  </a:lnTo>
                  <a:lnTo>
                    <a:pt x="12362" y="2389"/>
                  </a:lnTo>
                  <a:lnTo>
                    <a:pt x="11588" y="2571"/>
                  </a:lnTo>
                  <a:lnTo>
                    <a:pt x="11196" y="2647"/>
                  </a:lnTo>
                  <a:lnTo>
                    <a:pt x="10384" y="2781"/>
                  </a:lnTo>
                  <a:lnTo>
                    <a:pt x="9143" y="2895"/>
                  </a:lnTo>
                  <a:lnTo>
                    <a:pt x="8292" y="2915"/>
                  </a:lnTo>
                  <a:lnTo>
                    <a:pt x="7757" y="2905"/>
                  </a:lnTo>
                  <a:lnTo>
                    <a:pt x="6716" y="2838"/>
                  </a:lnTo>
                  <a:lnTo>
                    <a:pt x="5684" y="2685"/>
                  </a:lnTo>
                  <a:lnTo>
                    <a:pt x="4672" y="2475"/>
                  </a:lnTo>
                  <a:lnTo>
                    <a:pt x="4175" y="2332"/>
                  </a:lnTo>
                  <a:lnTo>
                    <a:pt x="3678" y="2179"/>
                  </a:lnTo>
                  <a:lnTo>
                    <a:pt x="2742" y="1816"/>
                  </a:lnTo>
                  <a:lnTo>
                    <a:pt x="1863" y="1357"/>
                  </a:lnTo>
                  <a:lnTo>
                    <a:pt x="1042" y="822"/>
                  </a:lnTo>
                  <a:lnTo>
                    <a:pt x="650" y="526"/>
                  </a:lnTo>
                  <a:lnTo>
                    <a:pt x="450" y="364"/>
                  </a:lnTo>
                  <a:lnTo>
                    <a:pt x="297" y="297"/>
                  </a:lnTo>
                  <a:lnTo>
                    <a:pt x="230" y="27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93"/>
            <p:cNvSpPr/>
            <p:nvPr/>
          </p:nvSpPr>
          <p:spPr>
            <a:xfrm>
              <a:off x="4502912" y="344889"/>
              <a:ext cx="52509" cy="59337"/>
            </a:xfrm>
            <a:custGeom>
              <a:rect b="b" l="l" r="r" t="t"/>
              <a:pathLst>
                <a:path extrusionOk="0" h="2581" w="2284">
                  <a:moveTo>
                    <a:pt x="86" y="1"/>
                  </a:moveTo>
                  <a:lnTo>
                    <a:pt x="48" y="39"/>
                  </a:lnTo>
                  <a:lnTo>
                    <a:pt x="48" y="68"/>
                  </a:lnTo>
                  <a:lnTo>
                    <a:pt x="58" y="116"/>
                  </a:lnTo>
                  <a:lnTo>
                    <a:pt x="106" y="182"/>
                  </a:lnTo>
                  <a:lnTo>
                    <a:pt x="860" y="1262"/>
                  </a:lnTo>
                  <a:lnTo>
                    <a:pt x="58" y="2399"/>
                  </a:lnTo>
                  <a:lnTo>
                    <a:pt x="10" y="2475"/>
                  </a:lnTo>
                  <a:lnTo>
                    <a:pt x="1" y="2523"/>
                  </a:lnTo>
                  <a:lnTo>
                    <a:pt x="1" y="2551"/>
                  </a:lnTo>
                  <a:lnTo>
                    <a:pt x="20" y="2571"/>
                  </a:lnTo>
                  <a:lnTo>
                    <a:pt x="39" y="2580"/>
                  </a:lnTo>
                  <a:lnTo>
                    <a:pt x="411" y="2580"/>
                  </a:lnTo>
                  <a:lnTo>
                    <a:pt x="449" y="2571"/>
                  </a:lnTo>
                  <a:lnTo>
                    <a:pt x="488" y="2542"/>
                  </a:lnTo>
                  <a:lnTo>
                    <a:pt x="516" y="2504"/>
                  </a:lnTo>
                  <a:lnTo>
                    <a:pt x="1118" y="1596"/>
                  </a:lnTo>
                  <a:lnTo>
                    <a:pt x="1739" y="2504"/>
                  </a:lnTo>
                  <a:lnTo>
                    <a:pt x="1768" y="2542"/>
                  </a:lnTo>
                  <a:lnTo>
                    <a:pt x="1796" y="2571"/>
                  </a:lnTo>
                  <a:lnTo>
                    <a:pt x="1835" y="2580"/>
                  </a:lnTo>
                  <a:lnTo>
                    <a:pt x="2236" y="2580"/>
                  </a:lnTo>
                  <a:lnTo>
                    <a:pt x="2265" y="2571"/>
                  </a:lnTo>
                  <a:lnTo>
                    <a:pt x="2274" y="2551"/>
                  </a:lnTo>
                  <a:lnTo>
                    <a:pt x="2284" y="2523"/>
                  </a:lnTo>
                  <a:lnTo>
                    <a:pt x="2274" y="2475"/>
                  </a:lnTo>
                  <a:lnTo>
                    <a:pt x="2217" y="2399"/>
                  </a:lnTo>
                  <a:lnTo>
                    <a:pt x="1405" y="1233"/>
                  </a:lnTo>
                  <a:lnTo>
                    <a:pt x="2150" y="182"/>
                  </a:lnTo>
                  <a:lnTo>
                    <a:pt x="2207" y="116"/>
                  </a:lnTo>
                  <a:lnTo>
                    <a:pt x="2217" y="68"/>
                  </a:lnTo>
                  <a:lnTo>
                    <a:pt x="2207" y="39"/>
                  </a:lnTo>
                  <a:lnTo>
                    <a:pt x="2169" y="1"/>
                  </a:lnTo>
                  <a:lnTo>
                    <a:pt x="1863" y="1"/>
                  </a:lnTo>
                  <a:lnTo>
                    <a:pt x="1806" y="10"/>
                  </a:lnTo>
                  <a:lnTo>
                    <a:pt x="1758" y="20"/>
                  </a:lnTo>
                  <a:lnTo>
                    <a:pt x="1730" y="39"/>
                  </a:lnTo>
                  <a:lnTo>
                    <a:pt x="1701" y="77"/>
                  </a:lnTo>
                  <a:lnTo>
                    <a:pt x="1147" y="908"/>
                  </a:lnTo>
                  <a:lnTo>
                    <a:pt x="583" y="77"/>
                  </a:lnTo>
                  <a:lnTo>
                    <a:pt x="555" y="39"/>
                  </a:lnTo>
                  <a:lnTo>
                    <a:pt x="526" y="20"/>
                  </a:lnTo>
                  <a:lnTo>
                    <a:pt x="488" y="10"/>
                  </a:lnTo>
                  <a:lnTo>
                    <a:pt x="43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93"/>
            <p:cNvSpPr/>
            <p:nvPr/>
          </p:nvSpPr>
          <p:spPr>
            <a:xfrm>
              <a:off x="4670693" y="380477"/>
              <a:ext cx="26599" cy="25933"/>
            </a:xfrm>
            <a:custGeom>
              <a:rect b="b" l="l" r="r" t="t"/>
              <a:pathLst>
                <a:path extrusionOk="0" h="1128" w="1157">
                  <a:moveTo>
                    <a:pt x="459" y="0"/>
                  </a:moveTo>
                  <a:lnTo>
                    <a:pt x="249" y="96"/>
                  </a:lnTo>
                  <a:lnTo>
                    <a:pt x="96" y="249"/>
                  </a:lnTo>
                  <a:lnTo>
                    <a:pt x="10" y="449"/>
                  </a:lnTo>
                  <a:lnTo>
                    <a:pt x="1" y="564"/>
                  </a:lnTo>
                  <a:lnTo>
                    <a:pt x="10" y="679"/>
                  </a:lnTo>
                  <a:lnTo>
                    <a:pt x="96" y="879"/>
                  </a:lnTo>
                  <a:lnTo>
                    <a:pt x="249" y="1032"/>
                  </a:lnTo>
                  <a:lnTo>
                    <a:pt x="450" y="1118"/>
                  </a:lnTo>
                  <a:lnTo>
                    <a:pt x="574" y="1128"/>
                  </a:lnTo>
                  <a:lnTo>
                    <a:pt x="689" y="1118"/>
                  </a:lnTo>
                  <a:lnTo>
                    <a:pt x="899" y="1032"/>
                  </a:lnTo>
                  <a:lnTo>
                    <a:pt x="1061" y="879"/>
                  </a:lnTo>
                  <a:lnTo>
                    <a:pt x="1147" y="679"/>
                  </a:lnTo>
                  <a:lnTo>
                    <a:pt x="1157" y="564"/>
                  </a:lnTo>
                  <a:lnTo>
                    <a:pt x="1147" y="449"/>
                  </a:lnTo>
                  <a:lnTo>
                    <a:pt x="1061" y="249"/>
                  </a:lnTo>
                  <a:lnTo>
                    <a:pt x="899" y="96"/>
                  </a:lnTo>
                  <a:lnTo>
                    <a:pt x="68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93"/>
            <p:cNvSpPr/>
            <p:nvPr/>
          </p:nvSpPr>
          <p:spPr>
            <a:xfrm>
              <a:off x="4705845" y="345786"/>
              <a:ext cx="116421" cy="59084"/>
            </a:xfrm>
            <a:custGeom>
              <a:rect b="b" l="l" r="r" t="t"/>
              <a:pathLst>
                <a:path extrusionOk="0" h="2570" w="5064">
                  <a:moveTo>
                    <a:pt x="1815" y="0"/>
                  </a:moveTo>
                  <a:lnTo>
                    <a:pt x="1538" y="48"/>
                  </a:lnTo>
                  <a:lnTo>
                    <a:pt x="1319" y="153"/>
                  </a:lnTo>
                  <a:lnTo>
                    <a:pt x="1127" y="296"/>
                  </a:lnTo>
                  <a:lnTo>
                    <a:pt x="1042" y="392"/>
                  </a:lnTo>
                  <a:lnTo>
                    <a:pt x="1022" y="67"/>
                  </a:lnTo>
                  <a:lnTo>
                    <a:pt x="0" y="67"/>
                  </a:lnTo>
                  <a:lnTo>
                    <a:pt x="0" y="2560"/>
                  </a:lnTo>
                  <a:lnTo>
                    <a:pt x="1080" y="2560"/>
                  </a:lnTo>
                  <a:lnTo>
                    <a:pt x="1080" y="1194"/>
                  </a:lnTo>
                  <a:lnTo>
                    <a:pt x="1080" y="1080"/>
                  </a:lnTo>
                  <a:lnTo>
                    <a:pt x="1156" y="898"/>
                  </a:lnTo>
                  <a:lnTo>
                    <a:pt x="1299" y="764"/>
                  </a:lnTo>
                  <a:lnTo>
                    <a:pt x="1481" y="697"/>
                  </a:lnTo>
                  <a:lnTo>
                    <a:pt x="1596" y="688"/>
                  </a:lnTo>
                  <a:lnTo>
                    <a:pt x="1701" y="697"/>
                  </a:lnTo>
                  <a:lnTo>
                    <a:pt x="1853" y="755"/>
                  </a:lnTo>
                  <a:lnTo>
                    <a:pt x="1939" y="860"/>
                  </a:lnTo>
                  <a:lnTo>
                    <a:pt x="1987" y="994"/>
                  </a:lnTo>
                  <a:lnTo>
                    <a:pt x="1987" y="1080"/>
                  </a:lnTo>
                  <a:lnTo>
                    <a:pt x="1987" y="2570"/>
                  </a:lnTo>
                  <a:lnTo>
                    <a:pt x="3067" y="2570"/>
                  </a:lnTo>
                  <a:lnTo>
                    <a:pt x="3067" y="1194"/>
                  </a:lnTo>
                  <a:lnTo>
                    <a:pt x="3076" y="1080"/>
                  </a:lnTo>
                  <a:lnTo>
                    <a:pt x="3153" y="898"/>
                  </a:lnTo>
                  <a:lnTo>
                    <a:pt x="3286" y="764"/>
                  </a:lnTo>
                  <a:lnTo>
                    <a:pt x="3468" y="697"/>
                  </a:lnTo>
                  <a:lnTo>
                    <a:pt x="3573" y="688"/>
                  </a:lnTo>
                  <a:lnTo>
                    <a:pt x="3678" y="697"/>
                  </a:lnTo>
                  <a:lnTo>
                    <a:pt x="3831" y="745"/>
                  </a:lnTo>
                  <a:lnTo>
                    <a:pt x="3926" y="841"/>
                  </a:lnTo>
                  <a:lnTo>
                    <a:pt x="3974" y="984"/>
                  </a:lnTo>
                  <a:lnTo>
                    <a:pt x="3984" y="1080"/>
                  </a:lnTo>
                  <a:lnTo>
                    <a:pt x="3984" y="2570"/>
                  </a:lnTo>
                  <a:lnTo>
                    <a:pt x="5063" y="2570"/>
                  </a:lnTo>
                  <a:lnTo>
                    <a:pt x="5063" y="927"/>
                  </a:lnTo>
                  <a:lnTo>
                    <a:pt x="5054" y="812"/>
                  </a:lnTo>
                  <a:lnTo>
                    <a:pt x="5015" y="611"/>
                  </a:lnTo>
                  <a:lnTo>
                    <a:pt x="4882" y="363"/>
                  </a:lnTo>
                  <a:lnTo>
                    <a:pt x="4576" y="124"/>
                  </a:lnTo>
                  <a:lnTo>
                    <a:pt x="4175" y="10"/>
                  </a:lnTo>
                  <a:lnTo>
                    <a:pt x="3936" y="0"/>
                  </a:lnTo>
                  <a:lnTo>
                    <a:pt x="3716" y="0"/>
                  </a:lnTo>
                  <a:lnTo>
                    <a:pt x="3391" y="57"/>
                  </a:lnTo>
                  <a:lnTo>
                    <a:pt x="3172" y="162"/>
                  </a:lnTo>
                  <a:lnTo>
                    <a:pt x="3000" y="325"/>
                  </a:lnTo>
                  <a:lnTo>
                    <a:pt x="2914" y="420"/>
                  </a:lnTo>
                  <a:lnTo>
                    <a:pt x="2847" y="325"/>
                  </a:lnTo>
                  <a:lnTo>
                    <a:pt x="2656" y="162"/>
                  </a:lnTo>
                  <a:lnTo>
                    <a:pt x="2427" y="57"/>
                  </a:lnTo>
                  <a:lnTo>
                    <a:pt x="214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93"/>
            <p:cNvSpPr/>
            <p:nvPr/>
          </p:nvSpPr>
          <p:spPr>
            <a:xfrm>
              <a:off x="4829715" y="345556"/>
              <a:ext cx="79959" cy="61291"/>
            </a:xfrm>
            <a:custGeom>
              <a:rect b="b" l="l" r="r" t="t"/>
              <a:pathLst>
                <a:path extrusionOk="0" h="2666" w="3478">
                  <a:moveTo>
                    <a:pt x="1739" y="698"/>
                  </a:moveTo>
                  <a:lnTo>
                    <a:pt x="1872" y="707"/>
                  </a:lnTo>
                  <a:lnTo>
                    <a:pt x="2102" y="803"/>
                  </a:lnTo>
                  <a:lnTo>
                    <a:pt x="2283" y="975"/>
                  </a:lnTo>
                  <a:lnTo>
                    <a:pt x="2379" y="1204"/>
                  </a:lnTo>
                  <a:lnTo>
                    <a:pt x="2388" y="1338"/>
                  </a:lnTo>
                  <a:lnTo>
                    <a:pt x="2379" y="1462"/>
                  </a:lnTo>
                  <a:lnTo>
                    <a:pt x="2283" y="1691"/>
                  </a:lnTo>
                  <a:lnTo>
                    <a:pt x="2102" y="1873"/>
                  </a:lnTo>
                  <a:lnTo>
                    <a:pt x="1872" y="1968"/>
                  </a:lnTo>
                  <a:lnTo>
                    <a:pt x="1739" y="1978"/>
                  </a:lnTo>
                  <a:lnTo>
                    <a:pt x="1605" y="1968"/>
                  </a:lnTo>
                  <a:lnTo>
                    <a:pt x="1366" y="1873"/>
                  </a:lnTo>
                  <a:lnTo>
                    <a:pt x="1194" y="1701"/>
                  </a:lnTo>
                  <a:lnTo>
                    <a:pt x="1099" y="1462"/>
                  </a:lnTo>
                  <a:lnTo>
                    <a:pt x="1089" y="1338"/>
                  </a:lnTo>
                  <a:lnTo>
                    <a:pt x="1099" y="1204"/>
                  </a:lnTo>
                  <a:lnTo>
                    <a:pt x="1194" y="975"/>
                  </a:lnTo>
                  <a:lnTo>
                    <a:pt x="1366" y="803"/>
                  </a:lnTo>
                  <a:lnTo>
                    <a:pt x="1605" y="707"/>
                  </a:lnTo>
                  <a:lnTo>
                    <a:pt x="1739" y="698"/>
                  </a:lnTo>
                  <a:close/>
                  <a:moveTo>
                    <a:pt x="1557" y="1"/>
                  </a:moveTo>
                  <a:lnTo>
                    <a:pt x="1223" y="48"/>
                  </a:lnTo>
                  <a:lnTo>
                    <a:pt x="908" y="134"/>
                  </a:lnTo>
                  <a:lnTo>
                    <a:pt x="631" y="258"/>
                  </a:lnTo>
                  <a:lnTo>
                    <a:pt x="392" y="430"/>
                  </a:lnTo>
                  <a:lnTo>
                    <a:pt x="210" y="641"/>
                  </a:lnTo>
                  <a:lnTo>
                    <a:pt x="76" y="889"/>
                  </a:lnTo>
                  <a:lnTo>
                    <a:pt x="0" y="1185"/>
                  </a:lnTo>
                  <a:lnTo>
                    <a:pt x="0" y="1347"/>
                  </a:lnTo>
                  <a:lnTo>
                    <a:pt x="0" y="1500"/>
                  </a:lnTo>
                  <a:lnTo>
                    <a:pt x="76" y="1796"/>
                  </a:lnTo>
                  <a:lnTo>
                    <a:pt x="210" y="2045"/>
                  </a:lnTo>
                  <a:lnTo>
                    <a:pt x="401" y="2245"/>
                  </a:lnTo>
                  <a:lnTo>
                    <a:pt x="640" y="2417"/>
                  </a:lnTo>
                  <a:lnTo>
                    <a:pt x="917" y="2542"/>
                  </a:lnTo>
                  <a:lnTo>
                    <a:pt x="1395" y="2656"/>
                  </a:lnTo>
                  <a:lnTo>
                    <a:pt x="1739" y="2666"/>
                  </a:lnTo>
                  <a:lnTo>
                    <a:pt x="1911" y="2666"/>
                  </a:lnTo>
                  <a:lnTo>
                    <a:pt x="2245" y="2618"/>
                  </a:lnTo>
                  <a:lnTo>
                    <a:pt x="2551" y="2532"/>
                  </a:lnTo>
                  <a:lnTo>
                    <a:pt x="2828" y="2408"/>
                  </a:lnTo>
                  <a:lnTo>
                    <a:pt x="3076" y="2236"/>
                  </a:lnTo>
                  <a:lnTo>
                    <a:pt x="3267" y="2026"/>
                  </a:lnTo>
                  <a:lnTo>
                    <a:pt x="3401" y="1777"/>
                  </a:lnTo>
                  <a:lnTo>
                    <a:pt x="3477" y="1500"/>
                  </a:lnTo>
                  <a:lnTo>
                    <a:pt x="3477" y="1347"/>
                  </a:lnTo>
                  <a:lnTo>
                    <a:pt x="3477" y="1185"/>
                  </a:lnTo>
                  <a:lnTo>
                    <a:pt x="3401" y="908"/>
                  </a:lnTo>
                  <a:lnTo>
                    <a:pt x="3267" y="660"/>
                  </a:lnTo>
                  <a:lnTo>
                    <a:pt x="3076" y="440"/>
                  </a:lnTo>
                  <a:lnTo>
                    <a:pt x="2847" y="268"/>
                  </a:lnTo>
                  <a:lnTo>
                    <a:pt x="2570" y="134"/>
                  </a:lnTo>
                  <a:lnTo>
                    <a:pt x="2254" y="48"/>
                  </a:lnTo>
                  <a:lnTo>
                    <a:pt x="192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93"/>
            <p:cNvSpPr/>
            <p:nvPr/>
          </p:nvSpPr>
          <p:spPr>
            <a:xfrm>
              <a:off x="4917123" y="345786"/>
              <a:ext cx="72924" cy="59084"/>
            </a:xfrm>
            <a:custGeom>
              <a:rect b="b" l="l" r="r" t="t"/>
              <a:pathLst>
                <a:path extrusionOk="0" h="2570" w="3172">
                  <a:moveTo>
                    <a:pt x="1079" y="2560"/>
                  </a:moveTo>
                  <a:lnTo>
                    <a:pt x="1079" y="2570"/>
                  </a:lnTo>
                  <a:lnTo>
                    <a:pt x="1089" y="2560"/>
                  </a:lnTo>
                  <a:close/>
                  <a:moveTo>
                    <a:pt x="2025" y="0"/>
                  </a:moveTo>
                  <a:lnTo>
                    <a:pt x="1805" y="10"/>
                  </a:lnTo>
                  <a:lnTo>
                    <a:pt x="1490" y="57"/>
                  </a:lnTo>
                  <a:lnTo>
                    <a:pt x="1290" y="162"/>
                  </a:lnTo>
                  <a:lnTo>
                    <a:pt x="1137" y="315"/>
                  </a:lnTo>
                  <a:lnTo>
                    <a:pt x="1051" y="411"/>
                  </a:lnTo>
                  <a:lnTo>
                    <a:pt x="1013" y="67"/>
                  </a:lnTo>
                  <a:lnTo>
                    <a:pt x="0" y="67"/>
                  </a:lnTo>
                  <a:lnTo>
                    <a:pt x="0" y="2560"/>
                  </a:lnTo>
                  <a:lnTo>
                    <a:pt x="1079" y="2560"/>
                  </a:lnTo>
                  <a:lnTo>
                    <a:pt x="1079" y="1242"/>
                  </a:lnTo>
                  <a:lnTo>
                    <a:pt x="1089" y="1118"/>
                  </a:lnTo>
                  <a:lnTo>
                    <a:pt x="1175" y="927"/>
                  </a:lnTo>
                  <a:lnTo>
                    <a:pt x="1328" y="793"/>
                  </a:lnTo>
                  <a:lnTo>
                    <a:pt x="1528" y="726"/>
                  </a:lnTo>
                  <a:lnTo>
                    <a:pt x="1643" y="717"/>
                  </a:lnTo>
                  <a:lnTo>
                    <a:pt x="1758" y="717"/>
                  </a:lnTo>
                  <a:lnTo>
                    <a:pt x="1930" y="774"/>
                  </a:lnTo>
                  <a:lnTo>
                    <a:pt x="2035" y="879"/>
                  </a:lnTo>
                  <a:lnTo>
                    <a:pt x="2083" y="1022"/>
                  </a:lnTo>
                  <a:lnTo>
                    <a:pt x="2092" y="1108"/>
                  </a:lnTo>
                  <a:lnTo>
                    <a:pt x="2092" y="2570"/>
                  </a:lnTo>
                  <a:lnTo>
                    <a:pt x="3172" y="2570"/>
                  </a:lnTo>
                  <a:lnTo>
                    <a:pt x="3172" y="908"/>
                  </a:lnTo>
                  <a:lnTo>
                    <a:pt x="3162" y="803"/>
                  </a:lnTo>
                  <a:lnTo>
                    <a:pt x="3124" y="611"/>
                  </a:lnTo>
                  <a:lnTo>
                    <a:pt x="2980" y="363"/>
                  </a:lnTo>
                  <a:lnTo>
                    <a:pt x="2675" y="134"/>
                  </a:lnTo>
                  <a:lnTo>
                    <a:pt x="2264" y="10"/>
                  </a:lnTo>
                  <a:lnTo>
                    <a:pt x="202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93"/>
            <p:cNvSpPr/>
            <p:nvPr/>
          </p:nvSpPr>
          <p:spPr>
            <a:xfrm>
              <a:off x="4999243" y="325577"/>
              <a:ext cx="78649" cy="79293"/>
            </a:xfrm>
            <a:custGeom>
              <a:rect b="b" l="l" r="r" t="t"/>
              <a:pathLst>
                <a:path extrusionOk="0" h="3449" w="3421">
                  <a:moveTo>
                    <a:pt x="3306" y="946"/>
                  </a:moveTo>
                  <a:lnTo>
                    <a:pt x="3294" y="956"/>
                  </a:lnTo>
                  <a:lnTo>
                    <a:pt x="3306" y="956"/>
                  </a:lnTo>
                  <a:lnTo>
                    <a:pt x="3306" y="946"/>
                  </a:lnTo>
                  <a:close/>
                  <a:moveTo>
                    <a:pt x="1" y="0"/>
                  </a:moveTo>
                  <a:lnTo>
                    <a:pt x="1" y="3449"/>
                  </a:lnTo>
                  <a:lnTo>
                    <a:pt x="1080" y="3449"/>
                  </a:lnTo>
                  <a:lnTo>
                    <a:pt x="1080" y="2665"/>
                  </a:lnTo>
                  <a:lnTo>
                    <a:pt x="1338" y="2474"/>
                  </a:lnTo>
                  <a:lnTo>
                    <a:pt x="1567" y="2771"/>
                  </a:lnTo>
                  <a:lnTo>
                    <a:pt x="2102" y="3439"/>
                  </a:lnTo>
                  <a:lnTo>
                    <a:pt x="3421" y="3439"/>
                  </a:lnTo>
                  <a:lnTo>
                    <a:pt x="2074" y="1949"/>
                  </a:lnTo>
                  <a:lnTo>
                    <a:pt x="3294" y="956"/>
                  </a:lnTo>
                  <a:lnTo>
                    <a:pt x="2007" y="956"/>
                  </a:lnTo>
                  <a:lnTo>
                    <a:pt x="1520" y="1376"/>
                  </a:lnTo>
                  <a:lnTo>
                    <a:pt x="1071" y="1787"/>
                  </a:lnTo>
                  <a:lnTo>
                    <a:pt x="1080" y="1261"/>
                  </a:lnTo>
                  <a:lnTo>
                    <a:pt x="108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93"/>
            <p:cNvSpPr/>
            <p:nvPr/>
          </p:nvSpPr>
          <p:spPr>
            <a:xfrm>
              <a:off x="5074581" y="345326"/>
              <a:ext cx="71384" cy="61751"/>
            </a:xfrm>
            <a:custGeom>
              <a:rect b="b" l="l" r="r" t="t"/>
              <a:pathLst>
                <a:path extrusionOk="0" h="2686" w="3105">
                  <a:moveTo>
                    <a:pt x="1529" y="1"/>
                  </a:moveTo>
                  <a:lnTo>
                    <a:pt x="1194" y="11"/>
                  </a:lnTo>
                  <a:lnTo>
                    <a:pt x="659" y="135"/>
                  </a:lnTo>
                  <a:lnTo>
                    <a:pt x="373" y="288"/>
                  </a:lnTo>
                  <a:lnTo>
                    <a:pt x="230" y="421"/>
                  </a:lnTo>
                  <a:lnTo>
                    <a:pt x="125" y="584"/>
                  </a:lnTo>
                  <a:lnTo>
                    <a:pt x="77" y="756"/>
                  </a:lnTo>
                  <a:lnTo>
                    <a:pt x="77" y="851"/>
                  </a:lnTo>
                  <a:lnTo>
                    <a:pt x="86" y="1033"/>
                  </a:lnTo>
                  <a:lnTo>
                    <a:pt x="211" y="1300"/>
                  </a:lnTo>
                  <a:lnTo>
                    <a:pt x="488" y="1482"/>
                  </a:lnTo>
                  <a:lnTo>
                    <a:pt x="908" y="1587"/>
                  </a:lnTo>
                  <a:lnTo>
                    <a:pt x="1185" y="1615"/>
                  </a:lnTo>
                  <a:lnTo>
                    <a:pt x="1758" y="1673"/>
                  </a:lnTo>
                  <a:lnTo>
                    <a:pt x="1911" y="1692"/>
                  </a:lnTo>
                  <a:lnTo>
                    <a:pt x="2054" y="1759"/>
                  </a:lnTo>
                  <a:lnTo>
                    <a:pt x="2102" y="1835"/>
                  </a:lnTo>
                  <a:lnTo>
                    <a:pt x="2102" y="1883"/>
                  </a:lnTo>
                  <a:lnTo>
                    <a:pt x="2102" y="1931"/>
                  </a:lnTo>
                  <a:lnTo>
                    <a:pt x="2035" y="2017"/>
                  </a:lnTo>
                  <a:lnTo>
                    <a:pt x="1825" y="2103"/>
                  </a:lnTo>
                  <a:lnTo>
                    <a:pt x="1586" y="2122"/>
                  </a:lnTo>
                  <a:lnTo>
                    <a:pt x="1452" y="2112"/>
                  </a:lnTo>
                  <a:lnTo>
                    <a:pt x="1261" y="2074"/>
                  </a:lnTo>
                  <a:lnTo>
                    <a:pt x="1128" y="1998"/>
                  </a:lnTo>
                  <a:lnTo>
                    <a:pt x="1042" y="1883"/>
                  </a:lnTo>
                  <a:lnTo>
                    <a:pt x="1023" y="1816"/>
                  </a:lnTo>
                  <a:lnTo>
                    <a:pt x="0" y="1835"/>
                  </a:lnTo>
                  <a:lnTo>
                    <a:pt x="39" y="2026"/>
                  </a:lnTo>
                  <a:lnTo>
                    <a:pt x="182" y="2265"/>
                  </a:lnTo>
                  <a:lnTo>
                    <a:pt x="325" y="2399"/>
                  </a:lnTo>
                  <a:lnTo>
                    <a:pt x="612" y="2561"/>
                  </a:lnTo>
                  <a:lnTo>
                    <a:pt x="1175" y="2676"/>
                  </a:lnTo>
                  <a:lnTo>
                    <a:pt x="1538" y="2685"/>
                  </a:lnTo>
                  <a:lnTo>
                    <a:pt x="1892" y="2676"/>
                  </a:lnTo>
                  <a:lnTo>
                    <a:pt x="2475" y="2571"/>
                  </a:lnTo>
                  <a:lnTo>
                    <a:pt x="2790" y="2418"/>
                  </a:lnTo>
                  <a:lnTo>
                    <a:pt x="2943" y="2275"/>
                  </a:lnTo>
                  <a:lnTo>
                    <a:pt x="3048" y="2103"/>
                  </a:lnTo>
                  <a:lnTo>
                    <a:pt x="3095" y="1892"/>
                  </a:lnTo>
                  <a:lnTo>
                    <a:pt x="3105" y="1778"/>
                  </a:lnTo>
                  <a:lnTo>
                    <a:pt x="3095" y="1558"/>
                  </a:lnTo>
                  <a:lnTo>
                    <a:pt x="3000" y="1329"/>
                  </a:lnTo>
                  <a:lnTo>
                    <a:pt x="2904" y="1214"/>
                  </a:lnTo>
                  <a:lnTo>
                    <a:pt x="2685" y="1100"/>
                  </a:lnTo>
                  <a:lnTo>
                    <a:pt x="2255" y="1023"/>
                  </a:lnTo>
                  <a:lnTo>
                    <a:pt x="1968" y="994"/>
                  </a:lnTo>
                  <a:lnTo>
                    <a:pt x="1405" y="947"/>
                  </a:lnTo>
                  <a:lnTo>
                    <a:pt x="1223" y="928"/>
                  </a:lnTo>
                  <a:lnTo>
                    <a:pt x="1080" y="851"/>
                  </a:lnTo>
                  <a:lnTo>
                    <a:pt x="1032" y="784"/>
                  </a:lnTo>
                  <a:lnTo>
                    <a:pt x="1032" y="746"/>
                  </a:lnTo>
                  <a:lnTo>
                    <a:pt x="1042" y="698"/>
                  </a:lnTo>
                  <a:lnTo>
                    <a:pt x="1099" y="622"/>
                  </a:lnTo>
                  <a:lnTo>
                    <a:pt x="1290" y="555"/>
                  </a:lnTo>
                  <a:lnTo>
                    <a:pt x="1491" y="545"/>
                  </a:lnTo>
                  <a:lnTo>
                    <a:pt x="1682" y="555"/>
                  </a:lnTo>
                  <a:lnTo>
                    <a:pt x="1901" y="641"/>
                  </a:lnTo>
                  <a:lnTo>
                    <a:pt x="1987" y="737"/>
                  </a:lnTo>
                  <a:lnTo>
                    <a:pt x="2006" y="803"/>
                  </a:lnTo>
                  <a:lnTo>
                    <a:pt x="3009" y="775"/>
                  </a:lnTo>
                  <a:lnTo>
                    <a:pt x="2962" y="593"/>
                  </a:lnTo>
                  <a:lnTo>
                    <a:pt x="2742" y="307"/>
                  </a:lnTo>
                  <a:lnTo>
                    <a:pt x="2369" y="106"/>
                  </a:lnTo>
                  <a:lnTo>
                    <a:pt x="1854" y="11"/>
                  </a:lnTo>
                  <a:lnTo>
                    <a:pt x="152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381" name="Shape 381"/>
        <p:cNvGrpSpPr/>
        <p:nvPr/>
      </p:nvGrpSpPr>
      <p:grpSpPr>
        <a:xfrm>
          <a:off x="0" y="0"/>
          <a:ext cx="0" cy="0"/>
          <a:chOff x="0" y="0"/>
          <a:chExt cx="0" cy="0"/>
        </a:xfrm>
      </p:grpSpPr>
      <p:sp>
        <p:nvSpPr>
          <p:cNvPr id="382" name="Google Shape;382;p94"/>
          <p:cNvSpPr/>
          <p:nvPr/>
        </p:nvSpPr>
        <p:spPr>
          <a:xfrm>
            <a:off x="4481962" y="96875"/>
            <a:ext cx="4219500" cy="567600"/>
          </a:xfrm>
          <a:prstGeom prst="rect">
            <a:avLst/>
          </a:prstGeom>
          <a:solidFill>
            <a:schemeClr val="accent6"/>
          </a:solidFill>
          <a:ln>
            <a:noFill/>
          </a:ln>
        </p:spPr>
        <p:txBody>
          <a:bodyPr anchorCtr="0" anchor="ctr" bIns="108425" lIns="108425" spcFirstLastPara="1" rIns="108425" wrap="square" tIns="108425">
            <a:noAutofit/>
          </a:bodyPr>
          <a:lstStyle/>
          <a:p>
            <a:pPr indent="0" lvl="0" marL="0" rtl="0" algn="l">
              <a:spcBef>
                <a:spcPts val="0"/>
              </a:spcBef>
              <a:spcAft>
                <a:spcPts val="0"/>
              </a:spcAft>
              <a:buNone/>
            </a:pPr>
            <a:r>
              <a:t/>
            </a:r>
            <a:endParaRPr/>
          </a:p>
        </p:txBody>
      </p:sp>
      <p:cxnSp>
        <p:nvCxnSpPr>
          <p:cNvPr id="383" name="Google Shape;383;p94"/>
          <p:cNvCxnSpPr/>
          <p:nvPr/>
        </p:nvCxnSpPr>
        <p:spPr>
          <a:xfrm>
            <a:off x="1542250" y="1776520"/>
            <a:ext cx="4479000" cy="0"/>
          </a:xfrm>
          <a:prstGeom prst="straightConnector1">
            <a:avLst/>
          </a:prstGeom>
          <a:noFill/>
          <a:ln cap="flat" cmpd="sng" w="11300">
            <a:solidFill>
              <a:srgbClr val="EFEFEF"/>
            </a:solidFill>
            <a:prstDash val="solid"/>
            <a:round/>
            <a:headEnd len="med" w="med" type="none"/>
            <a:tailEnd len="med" w="med" type="none"/>
          </a:ln>
        </p:spPr>
      </p:cxnSp>
      <p:cxnSp>
        <p:nvCxnSpPr>
          <p:cNvPr id="384" name="Google Shape;384;p94"/>
          <p:cNvCxnSpPr/>
          <p:nvPr/>
        </p:nvCxnSpPr>
        <p:spPr>
          <a:xfrm>
            <a:off x="1542250" y="3128085"/>
            <a:ext cx="4479000" cy="0"/>
          </a:xfrm>
          <a:prstGeom prst="straightConnector1">
            <a:avLst/>
          </a:prstGeom>
          <a:noFill/>
          <a:ln cap="flat" cmpd="sng" w="11300">
            <a:solidFill>
              <a:srgbClr val="EFEFEF"/>
            </a:solidFill>
            <a:prstDash val="solid"/>
            <a:round/>
            <a:headEnd len="med" w="med" type="none"/>
            <a:tailEnd len="med" w="med" type="none"/>
          </a:ln>
        </p:spPr>
      </p:cxnSp>
      <p:cxnSp>
        <p:nvCxnSpPr>
          <p:cNvPr id="385" name="Google Shape;385;p94"/>
          <p:cNvCxnSpPr/>
          <p:nvPr/>
        </p:nvCxnSpPr>
        <p:spPr>
          <a:xfrm>
            <a:off x="1542250" y="2452303"/>
            <a:ext cx="4479000" cy="0"/>
          </a:xfrm>
          <a:prstGeom prst="straightConnector1">
            <a:avLst/>
          </a:prstGeom>
          <a:noFill/>
          <a:ln cap="flat" cmpd="sng" w="11300">
            <a:solidFill>
              <a:srgbClr val="EFEFEF"/>
            </a:solidFill>
            <a:prstDash val="solid"/>
            <a:round/>
            <a:headEnd len="med" w="med" type="none"/>
            <a:tailEnd len="med" w="med" type="none"/>
          </a:ln>
        </p:spPr>
      </p:cxnSp>
      <p:cxnSp>
        <p:nvCxnSpPr>
          <p:cNvPr id="386" name="Google Shape;386;p94"/>
          <p:cNvCxnSpPr/>
          <p:nvPr/>
        </p:nvCxnSpPr>
        <p:spPr>
          <a:xfrm>
            <a:off x="1542250" y="1230685"/>
            <a:ext cx="4479000" cy="0"/>
          </a:xfrm>
          <a:prstGeom prst="straightConnector1">
            <a:avLst/>
          </a:prstGeom>
          <a:noFill/>
          <a:ln cap="flat" cmpd="sng" w="11300">
            <a:solidFill>
              <a:srgbClr val="EFEFEF"/>
            </a:solidFill>
            <a:prstDash val="solid"/>
            <a:round/>
            <a:headEnd len="med" w="med" type="none"/>
            <a:tailEnd len="med" w="med" type="none"/>
          </a:ln>
        </p:spPr>
      </p:cxnSp>
      <p:sp>
        <p:nvSpPr>
          <p:cNvPr id="387" name="Google Shape;387;p94"/>
          <p:cNvSpPr txBox="1"/>
          <p:nvPr/>
        </p:nvSpPr>
        <p:spPr>
          <a:xfrm>
            <a:off x="1542250" y="1208893"/>
            <a:ext cx="4889400" cy="567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897">
                <a:solidFill>
                  <a:srgbClr val="EFEFEF"/>
                </a:solidFill>
                <a:latin typeface="Helvetica Neue Light"/>
                <a:ea typeface="Helvetica Neue Light"/>
                <a:cs typeface="Helvetica Neue Light"/>
                <a:sym typeface="Helvetica Neue Light"/>
              </a:rPr>
              <a:t>01  </a:t>
            </a:r>
            <a:r>
              <a:rPr lang="en" sz="1897">
                <a:solidFill>
                  <a:srgbClr val="EFEFEF"/>
                </a:solidFill>
                <a:latin typeface="Helvetica Neue Light"/>
                <a:ea typeface="Helvetica Neue Light"/>
                <a:cs typeface="Helvetica Neue Light"/>
                <a:sym typeface="Helvetica Neue Light"/>
              </a:rPr>
              <a:t>Introduction</a:t>
            </a:r>
            <a:endParaRPr sz="1897">
              <a:solidFill>
                <a:srgbClr val="EFEFEF"/>
              </a:solidFill>
              <a:latin typeface="Helvetica Neue Light"/>
              <a:ea typeface="Helvetica Neue Light"/>
              <a:cs typeface="Helvetica Neue Light"/>
              <a:sym typeface="Helvetica Neue Light"/>
            </a:endParaRPr>
          </a:p>
        </p:txBody>
      </p:sp>
      <p:sp>
        <p:nvSpPr>
          <p:cNvPr id="388" name="Google Shape;388;p94"/>
          <p:cNvSpPr txBox="1"/>
          <p:nvPr/>
        </p:nvSpPr>
        <p:spPr>
          <a:xfrm>
            <a:off x="1587258" y="709364"/>
            <a:ext cx="2042100" cy="4818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lang="en" sz="1186">
                <a:solidFill>
                  <a:srgbClr val="EFEFEF"/>
                </a:solidFill>
                <a:latin typeface="Helvetica Neue"/>
                <a:ea typeface="Helvetica Neue"/>
                <a:cs typeface="Helvetica Neue"/>
                <a:sym typeface="Helvetica Neue"/>
              </a:rPr>
              <a:t>AGENDA</a:t>
            </a:r>
            <a:endParaRPr sz="1186">
              <a:solidFill>
                <a:srgbClr val="EFEFEF"/>
              </a:solidFill>
              <a:latin typeface="Helvetica Neue"/>
              <a:ea typeface="Helvetica Neue"/>
              <a:cs typeface="Helvetica Neue"/>
              <a:sym typeface="Helvetica Neue"/>
            </a:endParaRPr>
          </a:p>
        </p:txBody>
      </p:sp>
      <p:sp>
        <p:nvSpPr>
          <p:cNvPr id="389" name="Google Shape;389;p94"/>
          <p:cNvSpPr txBox="1"/>
          <p:nvPr/>
        </p:nvSpPr>
        <p:spPr>
          <a:xfrm>
            <a:off x="1542250" y="2522253"/>
            <a:ext cx="6247800" cy="481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897">
                <a:solidFill>
                  <a:srgbClr val="EFEFEF"/>
                </a:solidFill>
                <a:latin typeface="Helvetica Neue Light"/>
                <a:ea typeface="Helvetica Neue Light"/>
                <a:cs typeface="Helvetica Neue Light"/>
                <a:sym typeface="Helvetica Neue Light"/>
              </a:rPr>
              <a:t>03  </a:t>
            </a:r>
            <a:r>
              <a:rPr lang="en" sz="1897">
                <a:solidFill>
                  <a:srgbClr val="EFEFEF"/>
                </a:solidFill>
                <a:latin typeface="Helvetica Neue Light"/>
                <a:ea typeface="Helvetica Neue Light"/>
                <a:cs typeface="Helvetica Neue Light"/>
                <a:sym typeface="Helvetica Neue Light"/>
              </a:rPr>
              <a:t>Energy</a:t>
            </a:r>
            <a:endParaRPr sz="1897">
              <a:solidFill>
                <a:srgbClr val="EFEFEF"/>
              </a:solidFill>
              <a:latin typeface="Helvetica Neue Light"/>
              <a:ea typeface="Helvetica Neue Light"/>
              <a:cs typeface="Helvetica Neue Light"/>
              <a:sym typeface="Helvetica Neue Light"/>
            </a:endParaRPr>
          </a:p>
        </p:txBody>
      </p:sp>
      <p:sp>
        <p:nvSpPr>
          <p:cNvPr id="390" name="Google Shape;390;p94"/>
          <p:cNvSpPr txBox="1"/>
          <p:nvPr/>
        </p:nvSpPr>
        <p:spPr>
          <a:xfrm>
            <a:off x="1542250" y="1830677"/>
            <a:ext cx="4757100" cy="567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897">
                <a:solidFill>
                  <a:srgbClr val="EFEFEF"/>
                </a:solidFill>
                <a:latin typeface="Helvetica Neue Light"/>
                <a:ea typeface="Helvetica Neue Light"/>
                <a:cs typeface="Helvetica Neue Light"/>
                <a:sym typeface="Helvetica Neue Light"/>
              </a:rPr>
              <a:t>02  </a:t>
            </a:r>
            <a:r>
              <a:rPr lang="en" sz="1897">
                <a:solidFill>
                  <a:srgbClr val="EFEFEF"/>
                </a:solidFill>
                <a:latin typeface="Helvetica Neue Light"/>
                <a:ea typeface="Helvetica Neue Light"/>
                <a:cs typeface="Helvetica Neue Light"/>
                <a:sym typeface="Helvetica Neue Light"/>
              </a:rPr>
              <a:t>Data Structure  </a:t>
            </a:r>
            <a:endParaRPr sz="1897">
              <a:solidFill>
                <a:srgbClr val="EFEFEF"/>
              </a:solidFill>
              <a:latin typeface="Helvetica Neue Light"/>
              <a:ea typeface="Helvetica Neue Light"/>
              <a:cs typeface="Helvetica Neue Light"/>
              <a:sym typeface="Helvetica Neue Light"/>
            </a:endParaRPr>
          </a:p>
        </p:txBody>
      </p:sp>
      <p:sp>
        <p:nvSpPr>
          <p:cNvPr id="391" name="Google Shape;391;p94"/>
          <p:cNvSpPr txBox="1"/>
          <p:nvPr/>
        </p:nvSpPr>
        <p:spPr>
          <a:xfrm>
            <a:off x="1542250" y="3198260"/>
            <a:ext cx="6247800" cy="481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 sz="1897">
                <a:solidFill>
                  <a:srgbClr val="EFEFEF"/>
                </a:solidFill>
                <a:latin typeface="Helvetica Neue Light"/>
                <a:ea typeface="Helvetica Neue Light"/>
                <a:cs typeface="Helvetica Neue Light"/>
                <a:sym typeface="Helvetica Neue Light"/>
              </a:rPr>
              <a:t>04  Cross site events</a:t>
            </a:r>
            <a:endParaRPr sz="1897">
              <a:solidFill>
                <a:srgbClr val="EFEFEF"/>
              </a:solidFill>
              <a:latin typeface="Helvetica Neue Light"/>
              <a:ea typeface="Helvetica Neue Light"/>
              <a:cs typeface="Helvetica Neue Light"/>
              <a:sym typeface="Helvetica Neue Light"/>
            </a:endParaRPr>
          </a:p>
        </p:txBody>
      </p:sp>
      <p:cxnSp>
        <p:nvCxnSpPr>
          <p:cNvPr id="392" name="Google Shape;392;p94"/>
          <p:cNvCxnSpPr/>
          <p:nvPr/>
        </p:nvCxnSpPr>
        <p:spPr>
          <a:xfrm>
            <a:off x="1542250" y="3750225"/>
            <a:ext cx="4479000" cy="0"/>
          </a:xfrm>
          <a:prstGeom prst="straightConnector1">
            <a:avLst/>
          </a:prstGeom>
          <a:noFill/>
          <a:ln cap="flat" cmpd="sng" w="11300">
            <a:solidFill>
              <a:srgbClr val="EFEFEF"/>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396" name="Shape 396"/>
        <p:cNvGrpSpPr/>
        <p:nvPr/>
      </p:nvGrpSpPr>
      <p:grpSpPr>
        <a:xfrm>
          <a:off x="0" y="0"/>
          <a:ext cx="0" cy="0"/>
          <a:chOff x="0" y="0"/>
          <a:chExt cx="0" cy="0"/>
        </a:xfrm>
      </p:grpSpPr>
      <p:sp>
        <p:nvSpPr>
          <p:cNvPr id="397" name="Google Shape;397;p95"/>
          <p:cNvSpPr/>
          <p:nvPr/>
        </p:nvSpPr>
        <p:spPr>
          <a:xfrm>
            <a:off x="254950" y="146600"/>
            <a:ext cx="8680800" cy="428700"/>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CB16"/>
              </a:solidFill>
            </a:endParaRPr>
          </a:p>
        </p:txBody>
      </p:sp>
      <p:sp>
        <p:nvSpPr>
          <p:cNvPr id="398" name="Google Shape;398;p95"/>
          <p:cNvSpPr/>
          <p:nvPr/>
        </p:nvSpPr>
        <p:spPr>
          <a:xfrm rot="10561085">
            <a:off x="-1593" y="198208"/>
            <a:ext cx="4629762" cy="5771989"/>
          </a:xfrm>
          <a:custGeom>
            <a:rect b="b" l="l" r="r" t="t"/>
            <a:pathLst>
              <a:path extrusionOk="0" fill="none" h="5241" w="8891">
                <a:moveTo>
                  <a:pt x="7483" y="142"/>
                </a:moveTo>
                <a:cubicBezTo>
                  <a:pt x="7887" y="73"/>
                  <a:pt x="8242" y="0"/>
                  <a:pt x="8597" y="264"/>
                </a:cubicBezTo>
                <a:cubicBezTo>
                  <a:pt x="8890" y="481"/>
                  <a:pt x="8887" y="733"/>
                  <a:pt x="8665" y="1004"/>
                </a:cubicBezTo>
                <a:cubicBezTo>
                  <a:pt x="7998" y="1812"/>
                  <a:pt x="6964" y="2373"/>
                  <a:pt x="5988" y="2708"/>
                </a:cubicBezTo>
                <a:cubicBezTo>
                  <a:pt x="4851" y="3105"/>
                  <a:pt x="3646" y="3429"/>
                  <a:pt x="2433" y="3483"/>
                </a:cubicBezTo>
                <a:cubicBezTo>
                  <a:pt x="1980" y="3502"/>
                  <a:pt x="1488" y="3505"/>
                  <a:pt x="1041" y="3399"/>
                </a:cubicBezTo>
                <a:cubicBezTo>
                  <a:pt x="854" y="3353"/>
                  <a:pt x="603" y="3204"/>
                  <a:pt x="877" y="3052"/>
                </a:cubicBezTo>
                <a:cubicBezTo>
                  <a:pt x="1533" y="2685"/>
                  <a:pt x="2613" y="2769"/>
                  <a:pt x="3314" y="2895"/>
                </a:cubicBezTo>
                <a:cubicBezTo>
                  <a:pt x="3757" y="2975"/>
                  <a:pt x="4512" y="3319"/>
                  <a:pt x="4100" y="3879"/>
                </a:cubicBezTo>
                <a:cubicBezTo>
                  <a:pt x="3864" y="4200"/>
                  <a:pt x="3433" y="4356"/>
                  <a:pt x="3082" y="4489"/>
                </a:cubicBezTo>
                <a:cubicBezTo>
                  <a:pt x="2525" y="4695"/>
                  <a:pt x="1941" y="4848"/>
                  <a:pt x="1362" y="4985"/>
                </a:cubicBezTo>
                <a:cubicBezTo>
                  <a:pt x="912" y="5088"/>
                  <a:pt x="458" y="5184"/>
                  <a:pt x="0" y="5241"/>
                </a:cubicBezTo>
              </a:path>
            </a:pathLst>
          </a:custGeom>
          <a:solidFill>
            <a:srgbClr val="1A1A1A"/>
          </a:solidFill>
          <a:ln cap="rnd" cmpd="sng" w="19050">
            <a:solidFill>
              <a:schemeClr val="lt2"/>
            </a:solidFill>
            <a:prstDash val="solid"/>
            <a:miter lim="381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CB16"/>
              </a:solidFill>
            </a:endParaRPr>
          </a:p>
        </p:txBody>
      </p:sp>
      <p:sp>
        <p:nvSpPr>
          <p:cNvPr id="399" name="Google Shape;399;p95"/>
          <p:cNvSpPr/>
          <p:nvPr/>
        </p:nvSpPr>
        <p:spPr>
          <a:xfrm>
            <a:off x="2962175" y="0"/>
            <a:ext cx="1575900" cy="3059400"/>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CB16"/>
              </a:solidFill>
            </a:endParaRPr>
          </a:p>
        </p:txBody>
      </p:sp>
      <p:sp>
        <p:nvSpPr>
          <p:cNvPr id="400" name="Google Shape;400;p95"/>
          <p:cNvSpPr/>
          <p:nvPr/>
        </p:nvSpPr>
        <p:spPr>
          <a:xfrm rot="-1146441">
            <a:off x="821775" y="322759"/>
            <a:ext cx="3243875" cy="5148906"/>
          </a:xfrm>
          <a:prstGeom prst="rect">
            <a:avLst/>
          </a:prstGeom>
        </p:spPr>
        <p:txBody>
          <a:bodyPr>
            <a:prstTxWarp prst="textPlain"/>
          </a:bodyPr>
          <a:lstStyle/>
          <a:p>
            <a:pPr lvl="0" algn="ctr"/>
            <a:r>
              <a:rPr b="1" i="0">
                <a:ln cap="flat" cmpd="sng" w="9525">
                  <a:solidFill>
                    <a:schemeClr val="lt2"/>
                  </a:solidFill>
                  <a:prstDash val="solid"/>
                  <a:round/>
                  <a:headEnd len="sm" w="sm" type="none"/>
                  <a:tailEnd len="sm" w="sm" type="none"/>
                </a:ln>
                <a:solidFill>
                  <a:schemeClr val="lt2"/>
                </a:solidFill>
                <a:latin typeface="Helvetica Neue"/>
              </a:rPr>
              <a:t>1</a:t>
            </a:r>
          </a:p>
        </p:txBody>
      </p:sp>
      <p:grpSp>
        <p:nvGrpSpPr>
          <p:cNvPr id="401" name="Google Shape;401;p95"/>
          <p:cNvGrpSpPr/>
          <p:nvPr/>
        </p:nvGrpSpPr>
        <p:grpSpPr>
          <a:xfrm rot="-442241">
            <a:off x="3096661" y="-69841"/>
            <a:ext cx="5518970" cy="4677459"/>
            <a:chOff x="3194478" y="-142301"/>
            <a:chExt cx="5798672" cy="4610201"/>
          </a:xfrm>
        </p:grpSpPr>
        <p:sp>
          <p:nvSpPr>
            <p:cNvPr id="402" name="Google Shape;402;p95"/>
            <p:cNvSpPr/>
            <p:nvPr/>
          </p:nvSpPr>
          <p:spPr>
            <a:xfrm rot="-7287281">
              <a:off x="4511328" y="-120173"/>
              <a:ext cx="3164971" cy="4565945"/>
            </a:xfrm>
            <a:custGeom>
              <a:rect b="b" l="l" r="r" t="t"/>
              <a:pathLst>
                <a:path extrusionOk="0" fill="none" h="1149" w="3960">
                  <a:moveTo>
                    <a:pt x="3959" y="0"/>
                  </a:moveTo>
                  <a:cubicBezTo>
                    <a:pt x="3883" y="237"/>
                    <a:pt x="3799" y="435"/>
                    <a:pt x="3635" y="629"/>
                  </a:cubicBezTo>
                  <a:cubicBezTo>
                    <a:pt x="3483" y="801"/>
                    <a:pt x="3300" y="946"/>
                    <a:pt x="3082" y="1030"/>
                  </a:cubicBezTo>
                  <a:cubicBezTo>
                    <a:pt x="2777" y="1148"/>
                    <a:pt x="2407" y="1110"/>
                    <a:pt x="2098" y="1026"/>
                  </a:cubicBezTo>
                  <a:cubicBezTo>
                    <a:pt x="1885" y="969"/>
                    <a:pt x="1511" y="855"/>
                    <a:pt x="1515" y="572"/>
                  </a:cubicBezTo>
                  <a:cubicBezTo>
                    <a:pt x="1515" y="378"/>
                    <a:pt x="1805" y="340"/>
                    <a:pt x="1946" y="343"/>
                  </a:cubicBezTo>
                  <a:cubicBezTo>
                    <a:pt x="2113" y="355"/>
                    <a:pt x="2460" y="462"/>
                    <a:pt x="2464" y="679"/>
                  </a:cubicBezTo>
                  <a:cubicBezTo>
                    <a:pt x="2472" y="889"/>
                    <a:pt x="2117" y="965"/>
                    <a:pt x="1969" y="988"/>
                  </a:cubicBezTo>
                  <a:cubicBezTo>
                    <a:pt x="1564" y="1049"/>
                    <a:pt x="1133" y="980"/>
                    <a:pt x="737" y="900"/>
                  </a:cubicBezTo>
                  <a:cubicBezTo>
                    <a:pt x="481" y="851"/>
                    <a:pt x="241" y="774"/>
                    <a:pt x="1" y="679"/>
                  </a:cubicBezTo>
                </a:path>
              </a:pathLst>
            </a:custGeom>
            <a:solidFill>
              <a:srgbClr val="1A1A1A"/>
            </a:solidFill>
            <a:ln cap="rnd"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CB16"/>
                </a:solidFill>
              </a:endParaRPr>
            </a:p>
          </p:txBody>
        </p:sp>
        <p:grpSp>
          <p:nvGrpSpPr>
            <p:cNvPr id="403" name="Google Shape;403;p95"/>
            <p:cNvGrpSpPr/>
            <p:nvPr/>
          </p:nvGrpSpPr>
          <p:grpSpPr>
            <a:xfrm rot="1965617">
              <a:off x="7005650" y="2816947"/>
              <a:ext cx="769175" cy="549657"/>
              <a:chOff x="6667880" y="-1441913"/>
              <a:chExt cx="1000048" cy="1103135"/>
            </a:xfrm>
          </p:grpSpPr>
          <p:sp>
            <p:nvSpPr>
              <p:cNvPr id="404" name="Google Shape;404;p95"/>
              <p:cNvSpPr/>
              <p:nvPr/>
            </p:nvSpPr>
            <p:spPr>
              <a:xfrm rot="-4224313">
                <a:off x="6858527" y="-949736"/>
                <a:ext cx="1128498" cy="118779"/>
              </a:xfrm>
              <a:custGeom>
                <a:rect b="b" l="l" r="r" t="t"/>
                <a:pathLst>
                  <a:path extrusionOk="0" fill="none" h="146" w="3670">
                    <a:moveTo>
                      <a:pt x="0" y="145"/>
                    </a:moveTo>
                    <a:cubicBezTo>
                      <a:pt x="1221" y="77"/>
                      <a:pt x="2445" y="0"/>
                      <a:pt x="3669" y="0"/>
                    </a:cubicBezTo>
                  </a:path>
                </a:pathLst>
              </a:custGeom>
              <a:solidFill>
                <a:srgbClr val="1A1A1A"/>
              </a:solidFill>
              <a:ln cap="rnd" cmpd="sng" w="19050">
                <a:solidFill>
                  <a:schemeClr val="lt2"/>
                </a:solidFill>
                <a:prstDash val="solid"/>
                <a:miter lim="381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CB16"/>
                  </a:solidFill>
                </a:endParaRPr>
              </a:p>
            </p:txBody>
          </p:sp>
          <p:sp>
            <p:nvSpPr>
              <p:cNvPr id="405" name="Google Shape;405;p95"/>
              <p:cNvSpPr/>
              <p:nvPr/>
            </p:nvSpPr>
            <p:spPr>
              <a:xfrm rot="-4224313">
                <a:off x="6828332" y="-995881"/>
                <a:ext cx="455396" cy="662234"/>
              </a:xfrm>
              <a:custGeom>
                <a:rect b="b" l="l" r="r" t="t"/>
                <a:pathLst>
                  <a:path extrusionOk="0" fill="none" h="814" w="1481">
                    <a:moveTo>
                      <a:pt x="1" y="813"/>
                    </a:moveTo>
                    <a:cubicBezTo>
                      <a:pt x="497" y="546"/>
                      <a:pt x="996" y="291"/>
                      <a:pt x="1481" y="1"/>
                    </a:cubicBezTo>
                  </a:path>
                </a:pathLst>
              </a:custGeom>
              <a:solidFill>
                <a:srgbClr val="1A1A1A"/>
              </a:solidFill>
              <a:ln cap="rnd" cmpd="sng" w="19050">
                <a:solidFill>
                  <a:schemeClr val="lt2"/>
                </a:solidFill>
                <a:prstDash val="solid"/>
                <a:miter lim="381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CB16"/>
                  </a:solidFill>
                </a:endParaRPr>
              </a:p>
            </p:txBody>
          </p:sp>
        </p:grpSp>
      </p:grpSp>
      <p:sp>
        <p:nvSpPr>
          <p:cNvPr id="406" name="Google Shape;406;p95"/>
          <p:cNvSpPr txBox="1"/>
          <p:nvPr/>
        </p:nvSpPr>
        <p:spPr>
          <a:xfrm>
            <a:off x="5647850" y="3248450"/>
            <a:ext cx="3245100" cy="14001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rPr lang="en" sz="4400">
                <a:solidFill>
                  <a:schemeClr val="lt2"/>
                </a:solidFill>
                <a:latin typeface="Helvetica Neue Light"/>
                <a:ea typeface="Helvetica Neue Light"/>
                <a:cs typeface="Helvetica Neue Light"/>
                <a:sym typeface="Helvetica Neue Light"/>
              </a:rPr>
              <a:t>Introduction</a:t>
            </a:r>
            <a:endParaRPr sz="4400">
              <a:solidFill>
                <a:schemeClr val="lt2"/>
              </a:solidFill>
              <a:latin typeface="Helvetica Neue Light"/>
              <a:ea typeface="Helvetica Neue Light"/>
              <a:cs typeface="Helvetica Neue Light"/>
              <a:sym typeface="Helvetica Neue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FEF"/>
        </a:solidFill>
      </p:bgPr>
    </p:bg>
    <p:spTree>
      <p:nvGrpSpPr>
        <p:cNvPr id="410" name="Shape 410"/>
        <p:cNvGrpSpPr/>
        <p:nvPr/>
      </p:nvGrpSpPr>
      <p:grpSpPr>
        <a:xfrm>
          <a:off x="0" y="0"/>
          <a:ext cx="0" cy="0"/>
          <a:chOff x="0" y="0"/>
          <a:chExt cx="0" cy="0"/>
        </a:xfrm>
      </p:grpSpPr>
      <p:sp>
        <p:nvSpPr>
          <p:cNvPr id="411" name="Google Shape;411;p96"/>
          <p:cNvSpPr txBox="1"/>
          <p:nvPr/>
        </p:nvSpPr>
        <p:spPr>
          <a:xfrm>
            <a:off x="600525" y="250900"/>
            <a:ext cx="1880400" cy="1107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1200"/>
              </a:spcAft>
              <a:buNone/>
            </a:pPr>
            <a:r>
              <a:rPr lang="en" sz="900">
                <a:solidFill>
                  <a:srgbClr val="016161"/>
                </a:solidFill>
                <a:latin typeface="Helvetica Neue"/>
                <a:ea typeface="Helvetica Neue"/>
                <a:cs typeface="Helvetica Neue"/>
                <a:sym typeface="Helvetica Neue"/>
              </a:rPr>
              <a:t>Energy Spotlight</a:t>
            </a:r>
            <a:r>
              <a:rPr lang="en" sz="900">
                <a:solidFill>
                  <a:srgbClr val="016161"/>
                </a:solidFill>
                <a:latin typeface="Helvetica Neue"/>
                <a:ea typeface="Helvetica Neue"/>
                <a:cs typeface="Helvetica Neue"/>
                <a:sym typeface="Helvetica Neue"/>
              </a:rPr>
              <a:t> - Analytics</a:t>
            </a:r>
            <a:endParaRPr sz="900">
              <a:solidFill>
                <a:srgbClr val="016161"/>
              </a:solidFill>
              <a:latin typeface="Helvetica Neue"/>
              <a:ea typeface="Helvetica Neue"/>
              <a:cs typeface="Helvetica Neue"/>
              <a:sym typeface="Helvetica Neue"/>
            </a:endParaRPr>
          </a:p>
        </p:txBody>
      </p:sp>
      <p:cxnSp>
        <p:nvCxnSpPr>
          <p:cNvPr id="412" name="Google Shape;412;p96"/>
          <p:cNvCxnSpPr/>
          <p:nvPr/>
        </p:nvCxnSpPr>
        <p:spPr>
          <a:xfrm flipH="1" rot="10800000">
            <a:off x="456600" y="466563"/>
            <a:ext cx="8230800" cy="1500"/>
          </a:xfrm>
          <a:prstGeom prst="straightConnector1">
            <a:avLst/>
          </a:prstGeom>
          <a:noFill/>
          <a:ln cap="flat" cmpd="sng" w="9525">
            <a:solidFill>
              <a:srgbClr val="BEB9AC"/>
            </a:solidFill>
            <a:prstDash val="solid"/>
            <a:round/>
            <a:headEnd len="med" w="med" type="none"/>
            <a:tailEnd len="med" w="med" type="none"/>
          </a:ln>
        </p:spPr>
      </p:cxnSp>
      <p:sp>
        <p:nvSpPr>
          <p:cNvPr id="413" name="Google Shape;413;p96"/>
          <p:cNvSpPr txBox="1"/>
          <p:nvPr/>
        </p:nvSpPr>
        <p:spPr>
          <a:xfrm>
            <a:off x="571500" y="677213"/>
            <a:ext cx="6312000" cy="523200"/>
          </a:xfrm>
          <a:prstGeom prst="rect">
            <a:avLst/>
          </a:prstGeom>
          <a:noFill/>
          <a:ln>
            <a:noFill/>
          </a:ln>
        </p:spPr>
        <p:txBody>
          <a:bodyPr anchorCtr="0" anchor="ctr" bIns="91425" lIns="91425" spcFirstLastPara="1" rIns="91425" wrap="square" tIns="91425">
            <a:spAutoFit/>
          </a:bodyPr>
          <a:lstStyle/>
          <a:p>
            <a:pPr indent="0" lvl="0" marL="0" marR="182880" rtl="0" algn="l">
              <a:spcBef>
                <a:spcPts val="0"/>
              </a:spcBef>
              <a:spcAft>
                <a:spcPts val="0"/>
              </a:spcAft>
              <a:buNone/>
            </a:pPr>
            <a:r>
              <a:rPr b="1" lang="en" sz="2200">
                <a:solidFill>
                  <a:srgbClr val="212121"/>
                </a:solidFill>
                <a:latin typeface="Helvetica Neue"/>
                <a:ea typeface="Helvetica Neue"/>
                <a:cs typeface="Helvetica Neue"/>
                <a:sym typeface="Helvetica Neue"/>
              </a:rPr>
              <a:t>Introduction</a:t>
            </a:r>
            <a:endParaRPr b="1" sz="2200">
              <a:solidFill>
                <a:srgbClr val="212121"/>
              </a:solidFill>
              <a:latin typeface="Helvetica Neue"/>
              <a:ea typeface="Helvetica Neue"/>
              <a:cs typeface="Helvetica Neue"/>
              <a:sym typeface="Helvetica Neue"/>
            </a:endParaRPr>
          </a:p>
        </p:txBody>
      </p:sp>
      <p:sp>
        <p:nvSpPr>
          <p:cNvPr id="414" name="Google Shape;414;p96"/>
          <p:cNvSpPr txBox="1"/>
          <p:nvPr/>
        </p:nvSpPr>
        <p:spPr>
          <a:xfrm>
            <a:off x="639925" y="1409550"/>
            <a:ext cx="7158900" cy="2724300"/>
          </a:xfrm>
          <a:prstGeom prst="rect">
            <a:avLst/>
          </a:prstGeom>
          <a:noFill/>
          <a:ln>
            <a:noFill/>
          </a:ln>
        </p:spPr>
        <p:txBody>
          <a:bodyPr anchorCtr="0" anchor="t" bIns="91425" lIns="91425" spcFirstLastPara="1" rIns="91425" wrap="square" tIns="91425">
            <a:spAutoFit/>
          </a:bodyPr>
          <a:lstStyle/>
          <a:p>
            <a:pPr indent="457200" lvl="0" marL="0" rtl="0" algn="just">
              <a:lnSpc>
                <a:spcPct val="200000"/>
              </a:lnSpc>
              <a:spcBef>
                <a:spcPts val="0"/>
              </a:spcBef>
              <a:spcAft>
                <a:spcPts val="0"/>
              </a:spcAft>
              <a:buClr>
                <a:schemeClr val="dk1"/>
              </a:buClr>
              <a:buSzPts val="1100"/>
              <a:buFont typeface="Arial"/>
              <a:buNone/>
            </a:pPr>
            <a:r>
              <a:rPr lang="en" sz="1500">
                <a:solidFill>
                  <a:srgbClr val="222222"/>
                </a:solidFill>
                <a:latin typeface="Helvetica Neue"/>
                <a:ea typeface="Helvetica Neue"/>
                <a:cs typeface="Helvetica Neue"/>
                <a:sym typeface="Helvetica Neue"/>
              </a:rPr>
              <a:t>This measurement framework defines the tracking requirements for Amazon Sustainability’s </a:t>
            </a:r>
            <a:r>
              <a:rPr lang="en" sz="1500">
                <a:solidFill>
                  <a:srgbClr val="222222"/>
                </a:solidFill>
                <a:latin typeface="Helvetica Neue"/>
                <a:ea typeface="Helvetica Neue"/>
                <a:cs typeface="Helvetica Neue"/>
                <a:sym typeface="Helvetica Neue"/>
              </a:rPr>
              <a:t>Energy</a:t>
            </a:r>
            <a:r>
              <a:rPr lang="en" sz="1500">
                <a:solidFill>
                  <a:srgbClr val="222222"/>
                </a:solidFill>
                <a:latin typeface="Helvetica Neue"/>
                <a:ea typeface="Helvetica Neue"/>
                <a:cs typeface="Helvetica Neue"/>
                <a:sym typeface="Helvetica Neue"/>
              </a:rPr>
              <a:t> and </a:t>
            </a:r>
            <a:r>
              <a:rPr lang="en" sz="1500">
                <a:solidFill>
                  <a:srgbClr val="222222"/>
                </a:solidFill>
                <a:latin typeface="Helvetica Neue"/>
                <a:ea typeface="Helvetica Neue"/>
                <a:cs typeface="Helvetica Neue"/>
                <a:sym typeface="Helvetica Neue"/>
              </a:rPr>
              <a:t>Energy</a:t>
            </a:r>
            <a:r>
              <a:rPr lang="en" sz="1500">
                <a:solidFill>
                  <a:srgbClr val="222222"/>
                </a:solidFill>
                <a:latin typeface="Helvetica Neue"/>
                <a:ea typeface="Helvetica Neue"/>
                <a:cs typeface="Helvetica Neue"/>
                <a:sym typeface="Helvetica Neue"/>
              </a:rPr>
              <a:t> Spotlight pages. To ensure architectural integrity and cross-environment parity, the plan maps directly to the current Adobe Analytics schema used in the WWS report suites. By utilizing existing dimensions and metrics, we guarantee data consistency and historical comparability across all development phases</a:t>
            </a:r>
            <a:endParaRPr sz="1500">
              <a:solidFill>
                <a:srgbClr val="222222"/>
              </a:solidFill>
              <a:latin typeface="Helvetica Neue"/>
              <a:ea typeface="Helvetica Neue"/>
              <a:cs typeface="Helvetica Neue"/>
              <a:sym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18" name="Shape 418"/>
        <p:cNvGrpSpPr/>
        <p:nvPr/>
      </p:nvGrpSpPr>
      <p:grpSpPr>
        <a:xfrm>
          <a:off x="0" y="0"/>
          <a:ext cx="0" cy="0"/>
          <a:chOff x="0" y="0"/>
          <a:chExt cx="0" cy="0"/>
        </a:xfrm>
      </p:grpSpPr>
      <p:sp>
        <p:nvSpPr>
          <p:cNvPr id="419" name="Google Shape;419;p97"/>
          <p:cNvSpPr/>
          <p:nvPr/>
        </p:nvSpPr>
        <p:spPr>
          <a:xfrm>
            <a:off x="254950" y="146600"/>
            <a:ext cx="8680800" cy="428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97"/>
          <p:cNvSpPr/>
          <p:nvPr/>
        </p:nvSpPr>
        <p:spPr>
          <a:xfrm rot="-10430838">
            <a:off x="904461" y="-484573"/>
            <a:ext cx="4957393" cy="7189119"/>
          </a:xfrm>
          <a:custGeom>
            <a:rect b="b" l="l" r="r" t="t"/>
            <a:pathLst>
              <a:path extrusionOk="0" fill="none" h="5241" w="8891">
                <a:moveTo>
                  <a:pt x="7483" y="142"/>
                </a:moveTo>
                <a:cubicBezTo>
                  <a:pt x="7887" y="73"/>
                  <a:pt x="8242" y="0"/>
                  <a:pt x="8597" y="264"/>
                </a:cubicBezTo>
                <a:cubicBezTo>
                  <a:pt x="8890" y="481"/>
                  <a:pt x="8887" y="733"/>
                  <a:pt x="8665" y="1004"/>
                </a:cubicBezTo>
                <a:cubicBezTo>
                  <a:pt x="7998" y="1812"/>
                  <a:pt x="6964" y="2373"/>
                  <a:pt x="5988" y="2708"/>
                </a:cubicBezTo>
                <a:cubicBezTo>
                  <a:pt x="4851" y="3105"/>
                  <a:pt x="3646" y="3429"/>
                  <a:pt x="2433" y="3483"/>
                </a:cubicBezTo>
                <a:cubicBezTo>
                  <a:pt x="1980" y="3502"/>
                  <a:pt x="1488" y="3505"/>
                  <a:pt x="1041" y="3399"/>
                </a:cubicBezTo>
                <a:cubicBezTo>
                  <a:pt x="854" y="3353"/>
                  <a:pt x="603" y="3204"/>
                  <a:pt x="877" y="3052"/>
                </a:cubicBezTo>
                <a:cubicBezTo>
                  <a:pt x="1533" y="2685"/>
                  <a:pt x="2613" y="2769"/>
                  <a:pt x="3314" y="2895"/>
                </a:cubicBezTo>
                <a:cubicBezTo>
                  <a:pt x="3757" y="2975"/>
                  <a:pt x="4512" y="3319"/>
                  <a:pt x="4100" y="3879"/>
                </a:cubicBezTo>
                <a:cubicBezTo>
                  <a:pt x="3864" y="4200"/>
                  <a:pt x="3433" y="4356"/>
                  <a:pt x="3082" y="4489"/>
                </a:cubicBezTo>
                <a:cubicBezTo>
                  <a:pt x="2525" y="4695"/>
                  <a:pt x="1941" y="4848"/>
                  <a:pt x="1362" y="4985"/>
                </a:cubicBezTo>
                <a:cubicBezTo>
                  <a:pt x="912" y="5088"/>
                  <a:pt x="458" y="5184"/>
                  <a:pt x="0" y="5241"/>
                </a:cubicBezTo>
              </a:path>
            </a:pathLst>
          </a:custGeom>
          <a:solidFill>
            <a:srgbClr val="2D2D2D"/>
          </a:solidFill>
          <a:ln cap="rnd" cmpd="sng" w="19050">
            <a:solidFill>
              <a:schemeClr val="lt2"/>
            </a:solidFill>
            <a:prstDash val="solid"/>
            <a:miter lim="381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97"/>
          <p:cNvSpPr/>
          <p:nvPr/>
        </p:nvSpPr>
        <p:spPr>
          <a:xfrm rot="-587726">
            <a:off x="3405723" y="79906"/>
            <a:ext cx="3316855" cy="4429035"/>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2" name="Google Shape;422;p97"/>
          <p:cNvGrpSpPr/>
          <p:nvPr/>
        </p:nvGrpSpPr>
        <p:grpSpPr>
          <a:xfrm rot="-5714">
            <a:off x="3970784" y="-600744"/>
            <a:ext cx="5429334" cy="5096047"/>
            <a:chOff x="2977267" y="-121768"/>
            <a:chExt cx="6015874" cy="4695519"/>
          </a:xfrm>
        </p:grpSpPr>
        <p:sp>
          <p:nvSpPr>
            <p:cNvPr id="423" name="Google Shape;423;p97"/>
            <p:cNvSpPr/>
            <p:nvPr/>
          </p:nvSpPr>
          <p:spPr>
            <a:xfrm rot="-7287272">
              <a:off x="4414750" y="-183466"/>
              <a:ext cx="3140908" cy="4818916"/>
            </a:xfrm>
            <a:custGeom>
              <a:rect b="b" l="l" r="r" t="t"/>
              <a:pathLst>
                <a:path extrusionOk="0" fill="none" h="1149" w="3960">
                  <a:moveTo>
                    <a:pt x="3959" y="0"/>
                  </a:moveTo>
                  <a:cubicBezTo>
                    <a:pt x="3883" y="237"/>
                    <a:pt x="3799" y="435"/>
                    <a:pt x="3635" y="629"/>
                  </a:cubicBezTo>
                  <a:cubicBezTo>
                    <a:pt x="3483" y="801"/>
                    <a:pt x="3300" y="946"/>
                    <a:pt x="3082" y="1030"/>
                  </a:cubicBezTo>
                  <a:cubicBezTo>
                    <a:pt x="2777" y="1148"/>
                    <a:pt x="2407" y="1110"/>
                    <a:pt x="2098" y="1026"/>
                  </a:cubicBezTo>
                  <a:cubicBezTo>
                    <a:pt x="1885" y="969"/>
                    <a:pt x="1511" y="855"/>
                    <a:pt x="1515" y="572"/>
                  </a:cubicBezTo>
                  <a:cubicBezTo>
                    <a:pt x="1515" y="378"/>
                    <a:pt x="1805" y="340"/>
                    <a:pt x="1946" y="343"/>
                  </a:cubicBezTo>
                  <a:cubicBezTo>
                    <a:pt x="2113" y="355"/>
                    <a:pt x="2460" y="462"/>
                    <a:pt x="2464" y="679"/>
                  </a:cubicBezTo>
                  <a:cubicBezTo>
                    <a:pt x="2472" y="889"/>
                    <a:pt x="2117" y="965"/>
                    <a:pt x="1969" y="988"/>
                  </a:cubicBezTo>
                  <a:cubicBezTo>
                    <a:pt x="1564" y="1049"/>
                    <a:pt x="1133" y="980"/>
                    <a:pt x="737" y="900"/>
                  </a:cubicBezTo>
                  <a:cubicBezTo>
                    <a:pt x="481" y="851"/>
                    <a:pt x="241" y="774"/>
                    <a:pt x="1" y="679"/>
                  </a:cubicBezTo>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4" name="Google Shape;424;p97"/>
            <p:cNvGrpSpPr/>
            <p:nvPr/>
          </p:nvGrpSpPr>
          <p:grpSpPr>
            <a:xfrm rot="1965617">
              <a:off x="6920453" y="2886977"/>
              <a:ext cx="769175" cy="549657"/>
              <a:chOff x="6642589" y="-1229251"/>
              <a:chExt cx="1000048" cy="1103135"/>
            </a:xfrm>
          </p:grpSpPr>
          <p:sp>
            <p:nvSpPr>
              <p:cNvPr id="425" name="Google Shape;425;p97"/>
              <p:cNvSpPr/>
              <p:nvPr/>
            </p:nvSpPr>
            <p:spPr>
              <a:xfrm rot="-4224313">
                <a:off x="6833236" y="-737074"/>
                <a:ext cx="1128498" cy="118779"/>
              </a:xfrm>
              <a:custGeom>
                <a:rect b="b" l="l" r="r" t="t"/>
                <a:pathLst>
                  <a:path extrusionOk="0" fill="none" h="146" w="3670">
                    <a:moveTo>
                      <a:pt x="0" y="145"/>
                    </a:moveTo>
                    <a:cubicBezTo>
                      <a:pt x="1221" y="77"/>
                      <a:pt x="2445" y="0"/>
                      <a:pt x="3669" y="0"/>
                    </a:cubicBezTo>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97"/>
              <p:cNvSpPr/>
              <p:nvPr/>
            </p:nvSpPr>
            <p:spPr>
              <a:xfrm rot="-4224313">
                <a:off x="6803042" y="-783219"/>
                <a:ext cx="455396" cy="662234"/>
              </a:xfrm>
              <a:custGeom>
                <a:rect b="b" l="l" r="r" t="t"/>
                <a:pathLst>
                  <a:path extrusionOk="0" fill="none" h="814" w="1481">
                    <a:moveTo>
                      <a:pt x="1" y="813"/>
                    </a:moveTo>
                    <a:cubicBezTo>
                      <a:pt x="497" y="546"/>
                      <a:pt x="996" y="291"/>
                      <a:pt x="1481" y="1"/>
                    </a:cubicBezTo>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27" name="Google Shape;427;p97"/>
          <p:cNvSpPr/>
          <p:nvPr/>
        </p:nvSpPr>
        <p:spPr>
          <a:xfrm rot="-1841984">
            <a:off x="288582" y="156912"/>
            <a:ext cx="4463011" cy="4479727"/>
          </a:xfrm>
          <a:prstGeom prst="rect">
            <a:avLst/>
          </a:prstGeom>
        </p:spPr>
        <p:txBody>
          <a:bodyPr>
            <a:prstTxWarp prst="textPlain"/>
          </a:bodyPr>
          <a:lstStyle/>
          <a:p>
            <a:pPr lvl="0" algn="ctr"/>
            <a:r>
              <a:rPr b="1" i="0">
                <a:ln cap="flat" cmpd="sng" w="38100">
                  <a:solidFill>
                    <a:schemeClr val="lt2"/>
                  </a:solidFill>
                  <a:prstDash val="solid"/>
                  <a:round/>
                  <a:headEnd len="sm" w="sm" type="none"/>
                  <a:tailEnd len="sm" w="sm" type="none"/>
                </a:ln>
                <a:solidFill>
                  <a:schemeClr val="lt2"/>
                </a:solidFill>
                <a:latin typeface="Helvetica Neue"/>
              </a:rPr>
              <a:t>2</a:t>
            </a:r>
          </a:p>
        </p:txBody>
      </p:sp>
      <p:sp>
        <p:nvSpPr>
          <p:cNvPr id="428" name="Google Shape;428;p97"/>
          <p:cNvSpPr txBox="1"/>
          <p:nvPr/>
        </p:nvSpPr>
        <p:spPr>
          <a:xfrm>
            <a:off x="5515050" y="3680575"/>
            <a:ext cx="3541200" cy="1161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800">
                <a:solidFill>
                  <a:srgbClr val="EFEFEF"/>
                </a:solidFill>
                <a:latin typeface="Helvetica Neue Light"/>
                <a:ea typeface="Helvetica Neue Light"/>
                <a:cs typeface="Helvetica Neue Light"/>
                <a:sym typeface="Helvetica Neue Light"/>
              </a:rPr>
              <a:t>Data Structure</a:t>
            </a:r>
            <a:endParaRPr sz="3800">
              <a:solidFill>
                <a:srgbClr val="EFEFEF"/>
              </a:solidFill>
              <a:latin typeface="Helvetica Neue Light"/>
              <a:ea typeface="Helvetica Neue Light"/>
              <a:cs typeface="Helvetica Neue Light"/>
              <a:sym typeface="Helvetica Neue Light"/>
            </a:endParaRPr>
          </a:p>
          <a:p>
            <a:pPr indent="0" lvl="0" marL="0" marR="0" rtl="0" algn="ctr">
              <a:lnSpc>
                <a:spcPct val="80000"/>
              </a:lnSpc>
              <a:spcBef>
                <a:spcPts val="0"/>
              </a:spcBef>
              <a:spcAft>
                <a:spcPts val="0"/>
              </a:spcAft>
              <a:buNone/>
            </a:pPr>
            <a:r>
              <a:t/>
            </a:r>
            <a:endParaRPr sz="4400">
              <a:solidFill>
                <a:schemeClr val="lt2"/>
              </a:solidFill>
              <a:latin typeface="Helvetica Neue Light"/>
              <a:ea typeface="Helvetica Neue Light"/>
              <a:cs typeface="Helvetica Neue Light"/>
              <a:sym typeface="Helvetica Neue Light"/>
            </a:endParaRPr>
          </a:p>
          <a:p>
            <a:pPr indent="0" lvl="0" marL="0" marR="0" rtl="0" algn="ctr">
              <a:lnSpc>
                <a:spcPct val="80000"/>
              </a:lnSpc>
              <a:spcBef>
                <a:spcPts val="0"/>
              </a:spcBef>
              <a:spcAft>
                <a:spcPts val="0"/>
              </a:spcAft>
              <a:buNone/>
            </a:pPr>
            <a:r>
              <a:t/>
            </a:r>
            <a:endParaRPr sz="3000">
              <a:solidFill>
                <a:schemeClr val="lt2"/>
              </a:solidFill>
              <a:latin typeface="Helvetica Neue Light"/>
              <a:ea typeface="Helvetica Neue Light"/>
              <a:cs typeface="Helvetica Neue Light"/>
              <a:sym typeface="Helvetica Neue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FEF"/>
        </a:solidFill>
      </p:bgPr>
    </p:bg>
    <p:spTree>
      <p:nvGrpSpPr>
        <p:cNvPr id="432" name="Shape 432"/>
        <p:cNvGrpSpPr/>
        <p:nvPr/>
      </p:nvGrpSpPr>
      <p:grpSpPr>
        <a:xfrm>
          <a:off x="0" y="0"/>
          <a:ext cx="0" cy="0"/>
          <a:chOff x="0" y="0"/>
          <a:chExt cx="0" cy="0"/>
        </a:xfrm>
      </p:grpSpPr>
      <p:sp>
        <p:nvSpPr>
          <p:cNvPr id="433" name="Google Shape;433;p98"/>
          <p:cNvSpPr txBox="1"/>
          <p:nvPr/>
        </p:nvSpPr>
        <p:spPr>
          <a:xfrm>
            <a:off x="600525" y="250900"/>
            <a:ext cx="1880400" cy="1107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1200"/>
              </a:spcAft>
              <a:buNone/>
            </a:pPr>
            <a:r>
              <a:rPr lang="en" sz="900">
                <a:solidFill>
                  <a:srgbClr val="016161"/>
                </a:solidFill>
                <a:latin typeface="Helvetica Neue"/>
                <a:ea typeface="Helvetica Neue"/>
                <a:cs typeface="Helvetica Neue"/>
                <a:sym typeface="Helvetica Neue"/>
              </a:rPr>
              <a:t>Energy Spotlight</a:t>
            </a:r>
            <a:r>
              <a:rPr lang="en" sz="900">
                <a:solidFill>
                  <a:srgbClr val="016161"/>
                </a:solidFill>
                <a:latin typeface="Helvetica Neue"/>
                <a:ea typeface="Helvetica Neue"/>
                <a:cs typeface="Helvetica Neue"/>
                <a:sym typeface="Helvetica Neue"/>
              </a:rPr>
              <a:t> - Analytics</a:t>
            </a:r>
            <a:endParaRPr sz="900">
              <a:solidFill>
                <a:srgbClr val="016161"/>
              </a:solidFill>
              <a:latin typeface="Helvetica Neue"/>
              <a:ea typeface="Helvetica Neue"/>
              <a:cs typeface="Helvetica Neue"/>
              <a:sym typeface="Helvetica Neue"/>
            </a:endParaRPr>
          </a:p>
        </p:txBody>
      </p:sp>
      <p:cxnSp>
        <p:nvCxnSpPr>
          <p:cNvPr id="434" name="Google Shape;434;p98"/>
          <p:cNvCxnSpPr/>
          <p:nvPr/>
        </p:nvCxnSpPr>
        <p:spPr>
          <a:xfrm flipH="1" rot="10800000">
            <a:off x="456600" y="466563"/>
            <a:ext cx="8230800" cy="1500"/>
          </a:xfrm>
          <a:prstGeom prst="straightConnector1">
            <a:avLst/>
          </a:prstGeom>
          <a:noFill/>
          <a:ln cap="flat" cmpd="sng" w="9525">
            <a:solidFill>
              <a:srgbClr val="BEB9AC"/>
            </a:solidFill>
            <a:prstDash val="solid"/>
            <a:round/>
            <a:headEnd len="med" w="med" type="none"/>
            <a:tailEnd len="med" w="med" type="none"/>
          </a:ln>
        </p:spPr>
      </p:cxnSp>
      <p:sp>
        <p:nvSpPr>
          <p:cNvPr id="435" name="Google Shape;435;p98"/>
          <p:cNvSpPr txBox="1"/>
          <p:nvPr/>
        </p:nvSpPr>
        <p:spPr>
          <a:xfrm>
            <a:off x="667150" y="1519950"/>
            <a:ext cx="7625100" cy="3144000"/>
          </a:xfrm>
          <a:prstGeom prst="rect">
            <a:avLst/>
          </a:prstGeom>
          <a:noFill/>
          <a:ln cap="flat" cmpd="sng" w="9525">
            <a:solidFill>
              <a:srgbClr val="B7B7B7"/>
            </a:solidFill>
            <a:prstDash val="dash"/>
            <a:round/>
            <a:headEnd len="sm" w="sm" type="none"/>
            <a:tailEnd len="sm" w="sm" type="none"/>
          </a:ln>
        </p:spPr>
        <p:txBody>
          <a:bodyPr anchorCtr="0" anchor="t" bIns="91425" lIns="91425" spcFirstLastPara="1" rIns="91425" wrap="square" tIns="91425">
            <a:spAutoFit/>
          </a:bodyPr>
          <a:lstStyle/>
          <a:p>
            <a:pPr indent="-307975" lvl="0" marL="457200" rtl="0" algn="l">
              <a:lnSpc>
                <a:spcPct val="115000"/>
              </a:lnSpc>
              <a:spcBef>
                <a:spcPts val="0"/>
              </a:spcBef>
              <a:spcAft>
                <a:spcPts val="0"/>
              </a:spcAft>
              <a:buSzPts val="1250"/>
              <a:buChar char="➢"/>
            </a:pPr>
            <a:r>
              <a:rPr b="1" lang="en" sz="1250">
                <a:latin typeface="Helvetica Neue"/>
                <a:ea typeface="Helvetica Neue"/>
                <a:cs typeface="Helvetica Neue"/>
                <a:sym typeface="Helvetica Neue"/>
              </a:rPr>
              <a:t>Event</a:t>
            </a:r>
            <a:r>
              <a:rPr b="1" lang="en" sz="1250">
                <a:solidFill>
                  <a:srgbClr val="000000"/>
                </a:solidFill>
                <a:latin typeface="Helvetica Neue"/>
                <a:ea typeface="Helvetica Neue"/>
                <a:cs typeface="Helvetica Neue"/>
                <a:sym typeface="Helvetica Neue"/>
              </a:rPr>
              <a:t>: </a:t>
            </a:r>
            <a:r>
              <a:rPr lang="en" sz="1250">
                <a:latin typeface="Helvetica Neue Light"/>
                <a:ea typeface="Helvetica Neue Light"/>
                <a:cs typeface="Helvetica Neue Light"/>
                <a:sym typeface="Helvetica Neue Light"/>
              </a:rPr>
              <a:t>indicates the event name.</a:t>
            </a:r>
            <a:endParaRPr sz="1250">
              <a:latin typeface="Helvetica Neue Light"/>
              <a:ea typeface="Helvetica Neue Light"/>
              <a:cs typeface="Helvetica Neue Light"/>
              <a:sym typeface="Helvetica Neue Light"/>
            </a:endParaRPr>
          </a:p>
          <a:p>
            <a:pPr indent="-307975" lvl="0" marL="457200" rtl="0" algn="l">
              <a:lnSpc>
                <a:spcPct val="115000"/>
              </a:lnSpc>
              <a:spcBef>
                <a:spcPts val="0"/>
              </a:spcBef>
              <a:spcAft>
                <a:spcPts val="0"/>
              </a:spcAft>
              <a:buSzPts val="1250"/>
              <a:buChar char="➢"/>
            </a:pPr>
            <a:r>
              <a:rPr b="1" lang="en" sz="1250">
                <a:latin typeface="Helvetica Neue"/>
                <a:ea typeface="Helvetica Neue"/>
                <a:cs typeface="Helvetica Neue"/>
                <a:sym typeface="Helvetica Neue"/>
              </a:rPr>
              <a:t>Props: </a:t>
            </a:r>
            <a:r>
              <a:rPr lang="en" sz="1250">
                <a:latin typeface="Helvetica Neue Light"/>
                <a:ea typeface="Helvetica Neue Light"/>
                <a:cs typeface="Helvetica Neue Light"/>
                <a:sym typeface="Helvetica Neue Light"/>
              </a:rPr>
              <a:t>describe the traffic variables that are used to measure and analyze the dimensions of traffic on a website; are hit variables, meaning that information is collected only for the current page or interaction.</a:t>
            </a:r>
            <a:endParaRPr i="1" sz="1250">
              <a:latin typeface="Helvetica Neue Light"/>
              <a:ea typeface="Helvetica Neue Light"/>
              <a:cs typeface="Helvetica Neue Light"/>
              <a:sym typeface="Helvetica Neue Light"/>
            </a:endParaRPr>
          </a:p>
          <a:p>
            <a:pPr indent="-307975" lvl="0" marL="457200" rtl="0" algn="l">
              <a:lnSpc>
                <a:spcPct val="115000"/>
              </a:lnSpc>
              <a:spcBef>
                <a:spcPts val="0"/>
              </a:spcBef>
              <a:spcAft>
                <a:spcPts val="0"/>
              </a:spcAft>
              <a:buSzPts val="1250"/>
              <a:buChar char="➢"/>
            </a:pPr>
            <a:r>
              <a:rPr b="1" lang="en" sz="1250">
                <a:latin typeface="Helvetica Neue"/>
                <a:ea typeface="Helvetica Neue"/>
                <a:cs typeface="Helvetica Neue"/>
                <a:sym typeface="Helvetica Neue"/>
              </a:rPr>
              <a:t>eVars:</a:t>
            </a:r>
            <a:r>
              <a:rPr lang="en" sz="1250">
                <a:latin typeface="Helvetica Neue Light"/>
                <a:ea typeface="Helvetica Neue Light"/>
                <a:cs typeface="Helvetica Neue Light"/>
                <a:sym typeface="Helvetica Neue Light"/>
              </a:rPr>
              <a:t> describes the eVars associated with each event, are used to track persistent values ​​throughout the user experience.</a:t>
            </a:r>
            <a:endParaRPr sz="1250">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t/>
            </a:r>
            <a:endParaRPr sz="1250">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rPr b="1" lang="en" sz="1250">
                <a:latin typeface="Helvetica Neue"/>
                <a:ea typeface="Helvetica Neue"/>
                <a:cs typeface="Helvetica Neue"/>
                <a:sym typeface="Helvetica Neue"/>
              </a:rPr>
              <a:t>Example</a:t>
            </a:r>
            <a:br>
              <a:rPr b="1" lang="en" sz="1250">
                <a:latin typeface="Helvetica Neue"/>
                <a:ea typeface="Helvetica Neue"/>
                <a:cs typeface="Helvetica Neue"/>
                <a:sym typeface="Helvetica Neue"/>
              </a:rPr>
            </a:br>
            <a:br>
              <a:rPr lang="en" sz="1250">
                <a:latin typeface="Helvetica Neue Light"/>
                <a:ea typeface="Helvetica Neue Light"/>
                <a:cs typeface="Helvetica Neue Light"/>
                <a:sym typeface="Helvetica Neue Light"/>
              </a:rPr>
            </a:br>
            <a:r>
              <a:rPr b="1" lang="en" sz="1250">
                <a:solidFill>
                  <a:schemeClr val="dk1"/>
                </a:solidFill>
                <a:latin typeface="Helvetica Neue"/>
                <a:ea typeface="Helvetica Neue"/>
                <a:cs typeface="Helvetica Neue"/>
                <a:sym typeface="Helvetica Neue"/>
              </a:rPr>
              <a:t>Event = Click</a:t>
            </a:r>
            <a:endParaRPr b="1" sz="125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rPr b="1" lang="en" sz="1250">
                <a:solidFill>
                  <a:schemeClr val="dk1"/>
                </a:solidFill>
                <a:latin typeface="Helvetica Neue"/>
                <a:ea typeface="Helvetica Neue"/>
                <a:cs typeface="Helvetica Neue"/>
                <a:sym typeface="Helvetica Neue"/>
              </a:rPr>
              <a:t>Evars &amp; Props</a:t>
            </a:r>
            <a:endParaRPr b="1" sz="1250">
              <a:solidFill>
                <a:schemeClr val="dk1"/>
              </a:solidFill>
              <a:latin typeface="Helvetica Neue"/>
              <a:ea typeface="Helvetica Neue"/>
              <a:cs typeface="Helvetica Neue"/>
              <a:sym typeface="Helvetica Neue"/>
            </a:endParaRPr>
          </a:p>
          <a:p>
            <a:pPr indent="-304800" lvl="1" marL="914400" rtl="0" algn="l">
              <a:spcBef>
                <a:spcPts val="0"/>
              </a:spcBef>
              <a:spcAft>
                <a:spcPts val="0"/>
              </a:spcAft>
              <a:buClr>
                <a:schemeClr val="dk1"/>
              </a:buClr>
              <a:buSzPts val="1200"/>
              <a:buFont typeface="Helvetica Neue"/>
              <a:buChar char="○"/>
            </a:pPr>
            <a:r>
              <a:rPr b="1" lang="en" sz="1200">
                <a:solidFill>
                  <a:schemeClr val="dk1"/>
                </a:solidFill>
                <a:latin typeface="Helvetica Neue"/>
                <a:ea typeface="Helvetica Neue"/>
                <a:cs typeface="Helvetica Neue"/>
                <a:sym typeface="Helvetica Neue"/>
              </a:rPr>
              <a:t>Prop 1: </a:t>
            </a:r>
            <a:r>
              <a:rPr lang="en" sz="1200">
                <a:solidFill>
                  <a:schemeClr val="dk1"/>
                </a:solidFill>
                <a:latin typeface="Helvetica Neue"/>
                <a:ea typeface="Helvetica Neue"/>
                <a:cs typeface="Helvetica Neue"/>
                <a:sym typeface="Helvetica Neue"/>
              </a:rPr>
              <a:t>Timestamp </a:t>
            </a:r>
            <a:r>
              <a:rPr i="1" lang="en" sz="1200">
                <a:solidFill>
                  <a:schemeClr val="accent1"/>
                </a:solidFill>
                <a:latin typeface="Helvetica Neue"/>
                <a:ea typeface="Helvetica Neue"/>
                <a:cs typeface="Helvetica Neue"/>
                <a:sym typeface="Helvetica Neue"/>
              </a:rPr>
              <a:t>&lt;Timestamp MM/DD/YYYY format&gt;</a:t>
            </a:r>
            <a:endParaRPr b="1" sz="1200">
              <a:solidFill>
                <a:schemeClr val="dk1"/>
              </a:solidFill>
              <a:latin typeface="Helvetica Neue"/>
              <a:ea typeface="Helvetica Neue"/>
              <a:cs typeface="Helvetica Neue"/>
              <a:sym typeface="Helvetica Neue"/>
            </a:endParaRPr>
          </a:p>
          <a:p>
            <a:pPr indent="-304800" lvl="1" marL="914400" rtl="0" algn="l">
              <a:spcBef>
                <a:spcPts val="0"/>
              </a:spcBef>
              <a:spcAft>
                <a:spcPts val="0"/>
              </a:spcAft>
              <a:buClr>
                <a:schemeClr val="dk1"/>
              </a:buClr>
              <a:buSzPts val="1200"/>
              <a:buFont typeface="Helvetica Neue"/>
              <a:buChar char="○"/>
            </a:pPr>
            <a:r>
              <a:rPr b="1" lang="en" sz="1200">
                <a:solidFill>
                  <a:schemeClr val="dk1"/>
                </a:solidFill>
                <a:latin typeface="Helvetica Neue"/>
                <a:ea typeface="Helvetica Neue"/>
                <a:cs typeface="Helvetica Neue"/>
                <a:sym typeface="Helvetica Neue"/>
              </a:rPr>
              <a:t>eVar1:</a:t>
            </a:r>
            <a:r>
              <a:rPr lang="en" sz="1200">
                <a:solidFill>
                  <a:schemeClr val="dk1"/>
                </a:solidFill>
                <a:latin typeface="Helvetica Neue"/>
                <a:ea typeface="Helvetica Neue"/>
                <a:cs typeface="Helvetica Neue"/>
                <a:sym typeface="Helvetica Neue"/>
              </a:rPr>
              <a:t> Domain </a:t>
            </a:r>
            <a:r>
              <a:rPr i="1" lang="en" sz="1200">
                <a:solidFill>
                  <a:schemeClr val="accent1"/>
                </a:solidFill>
                <a:latin typeface="Helvetica Neue"/>
                <a:ea typeface="Helvetica Neue"/>
                <a:cs typeface="Helvetica Neue"/>
                <a:sym typeface="Helvetica Neue"/>
              </a:rPr>
              <a:t>&lt;website domain&gt;</a:t>
            </a:r>
            <a:endParaRPr i="1" sz="1200">
              <a:solidFill>
                <a:schemeClr val="dk1"/>
              </a:solidFill>
              <a:latin typeface="Helvetica Neue"/>
              <a:ea typeface="Helvetica Neue"/>
              <a:cs typeface="Helvetica Neue"/>
              <a:sym typeface="Helvetica Neue"/>
            </a:endParaRPr>
          </a:p>
          <a:p>
            <a:pPr indent="-304800" lvl="1" marL="914400" rtl="0" algn="l">
              <a:spcBef>
                <a:spcPts val="0"/>
              </a:spcBef>
              <a:spcAft>
                <a:spcPts val="0"/>
              </a:spcAft>
              <a:buClr>
                <a:schemeClr val="dk1"/>
              </a:buClr>
              <a:buSzPts val="1200"/>
              <a:buFont typeface="Helvetica Neue"/>
              <a:buChar char="○"/>
            </a:pPr>
            <a:r>
              <a:rPr b="1" lang="en" sz="1200">
                <a:solidFill>
                  <a:schemeClr val="dk1"/>
                </a:solidFill>
                <a:latin typeface="Helvetica Neue"/>
                <a:ea typeface="Helvetica Neue"/>
                <a:cs typeface="Helvetica Neue"/>
                <a:sym typeface="Helvetica Neue"/>
              </a:rPr>
              <a:t>eVar2:</a:t>
            </a:r>
            <a:r>
              <a:rPr lang="en" sz="1200">
                <a:solidFill>
                  <a:schemeClr val="dk1"/>
                </a:solidFill>
                <a:latin typeface="Helvetica Neue"/>
                <a:ea typeface="Helvetica Neue"/>
                <a:cs typeface="Helvetica Neue"/>
                <a:sym typeface="Helvetica Neue"/>
              </a:rPr>
              <a:t> Page name </a:t>
            </a:r>
            <a:r>
              <a:rPr i="1" lang="en" sz="1200">
                <a:solidFill>
                  <a:schemeClr val="accent1"/>
                </a:solidFill>
                <a:latin typeface="Helvetica Neue"/>
                <a:ea typeface="Helvetica Neue"/>
                <a:cs typeface="Helvetica Neue"/>
                <a:sym typeface="Helvetica Neue"/>
              </a:rPr>
              <a:t>&lt;page name&gt;</a:t>
            </a:r>
            <a:endParaRPr b="1" sz="1200">
              <a:solidFill>
                <a:schemeClr val="dk1"/>
              </a:solidFill>
              <a:latin typeface="Helvetica Neue"/>
              <a:ea typeface="Helvetica Neue"/>
              <a:cs typeface="Helvetica Neue"/>
              <a:sym typeface="Helvetica Neue"/>
            </a:endParaRPr>
          </a:p>
        </p:txBody>
      </p:sp>
      <p:sp>
        <p:nvSpPr>
          <p:cNvPr id="436" name="Google Shape;436;p98"/>
          <p:cNvSpPr txBox="1"/>
          <p:nvPr/>
        </p:nvSpPr>
        <p:spPr>
          <a:xfrm>
            <a:off x="571500" y="599400"/>
            <a:ext cx="6312000" cy="523200"/>
          </a:xfrm>
          <a:prstGeom prst="rect">
            <a:avLst/>
          </a:prstGeom>
          <a:noFill/>
          <a:ln>
            <a:noFill/>
          </a:ln>
        </p:spPr>
        <p:txBody>
          <a:bodyPr anchorCtr="0" anchor="ctr" bIns="91425" lIns="91425" spcFirstLastPara="1" rIns="91425" wrap="square" tIns="91425">
            <a:spAutoFit/>
          </a:bodyPr>
          <a:lstStyle/>
          <a:p>
            <a:pPr indent="0" lvl="0" marL="0" marR="182880" rtl="0" algn="l">
              <a:spcBef>
                <a:spcPts val="0"/>
              </a:spcBef>
              <a:spcAft>
                <a:spcPts val="0"/>
              </a:spcAft>
              <a:buNone/>
            </a:pPr>
            <a:r>
              <a:rPr b="1" lang="en" sz="2200">
                <a:solidFill>
                  <a:srgbClr val="212121"/>
                </a:solidFill>
                <a:latin typeface="Helvetica Neue"/>
                <a:ea typeface="Helvetica Neue"/>
                <a:cs typeface="Helvetica Neue"/>
                <a:sym typeface="Helvetica Neue"/>
              </a:rPr>
              <a:t>Data Structure</a:t>
            </a:r>
            <a:endParaRPr b="1" sz="2200">
              <a:solidFill>
                <a:srgbClr val="212121"/>
              </a:solidFill>
              <a:latin typeface="Helvetica Neue"/>
              <a:ea typeface="Helvetica Neue"/>
              <a:cs typeface="Helvetica Neue"/>
              <a:sym typeface="Helvetica Neue"/>
            </a:endParaRPr>
          </a:p>
        </p:txBody>
      </p:sp>
      <p:sp>
        <p:nvSpPr>
          <p:cNvPr id="437" name="Google Shape;437;p98"/>
          <p:cNvSpPr txBox="1"/>
          <p:nvPr/>
        </p:nvSpPr>
        <p:spPr>
          <a:xfrm>
            <a:off x="571500" y="1146750"/>
            <a:ext cx="63594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a:solidFill>
                <a:srgbClr val="222222"/>
              </a:solidFill>
              <a:highlight>
                <a:srgbClr val="FFFFFF"/>
              </a:highlight>
              <a:latin typeface="Roboto"/>
              <a:ea typeface="Roboto"/>
              <a:cs typeface="Roboto"/>
              <a:sym typeface="Roboto"/>
            </a:endParaRPr>
          </a:p>
        </p:txBody>
      </p:sp>
      <p:sp>
        <p:nvSpPr>
          <p:cNvPr id="438" name="Google Shape;438;p98"/>
          <p:cNvSpPr txBox="1"/>
          <p:nvPr/>
        </p:nvSpPr>
        <p:spPr>
          <a:xfrm>
            <a:off x="571500" y="1173750"/>
            <a:ext cx="8284800" cy="354000"/>
          </a:xfrm>
          <a:prstGeom prst="rect">
            <a:avLst/>
          </a:prstGeom>
          <a:noFill/>
          <a:ln>
            <a:noFill/>
          </a:ln>
        </p:spPr>
        <p:txBody>
          <a:bodyPr anchorCtr="0" anchor="t" bIns="91425" lIns="91425" spcFirstLastPara="1" rIns="91425" wrap="square" tIns="91425">
            <a:spAutoFit/>
          </a:bodyPr>
          <a:lstStyle/>
          <a:p>
            <a:pPr indent="0" lvl="0" marL="0" rtl="0" algn="just">
              <a:lnSpc>
                <a:spcPct val="200000"/>
              </a:lnSpc>
              <a:spcBef>
                <a:spcPts val="0"/>
              </a:spcBef>
              <a:spcAft>
                <a:spcPts val="0"/>
              </a:spcAft>
              <a:buClr>
                <a:schemeClr val="dk1"/>
              </a:buClr>
              <a:buSzPts val="1100"/>
              <a:buFont typeface="Arial"/>
              <a:buNone/>
            </a:pPr>
            <a:r>
              <a:rPr lang="en" sz="1100">
                <a:solidFill>
                  <a:srgbClr val="222222"/>
                </a:solidFill>
                <a:latin typeface="Helvetica Neue"/>
                <a:ea typeface="Helvetica Neue"/>
                <a:cs typeface="Helvetica Neue"/>
                <a:sym typeface="Helvetica Neue"/>
              </a:rPr>
              <a:t>According to the Adobe documentation and measurement framework, these are the references to understand the following plan: </a:t>
            </a:r>
            <a:endParaRPr sz="1100">
              <a:solidFill>
                <a:srgbClr val="222222"/>
              </a:solidFill>
              <a:highlight>
                <a:srgbClr val="FFFFFF"/>
              </a:highlight>
              <a:latin typeface="Helvetica Neue"/>
              <a:ea typeface="Helvetica Neue"/>
              <a:cs typeface="Helvetica Neue"/>
              <a:sym typeface="Helvetica Neu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FEF"/>
        </a:solidFill>
      </p:bgPr>
    </p:bg>
    <p:spTree>
      <p:nvGrpSpPr>
        <p:cNvPr id="442" name="Shape 442"/>
        <p:cNvGrpSpPr/>
        <p:nvPr/>
      </p:nvGrpSpPr>
      <p:grpSpPr>
        <a:xfrm>
          <a:off x="0" y="0"/>
          <a:ext cx="0" cy="0"/>
          <a:chOff x="0" y="0"/>
          <a:chExt cx="0" cy="0"/>
        </a:xfrm>
      </p:grpSpPr>
      <p:sp>
        <p:nvSpPr>
          <p:cNvPr id="443" name="Google Shape;443;p99"/>
          <p:cNvSpPr/>
          <p:nvPr/>
        </p:nvSpPr>
        <p:spPr>
          <a:xfrm>
            <a:off x="331300" y="1469400"/>
            <a:ext cx="4986300" cy="2813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F3928"/>
              </a:solidFill>
            </a:endParaRPr>
          </a:p>
        </p:txBody>
      </p:sp>
      <p:sp>
        <p:nvSpPr>
          <p:cNvPr id="444" name="Google Shape;444;p99"/>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Name of Project</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445" name="Google Shape;445;p99"/>
          <p:cNvSpPr txBox="1"/>
          <p:nvPr/>
        </p:nvSpPr>
        <p:spPr>
          <a:xfrm>
            <a:off x="335925" y="413025"/>
            <a:ext cx="4542000" cy="7338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3000">
                <a:solidFill>
                  <a:srgbClr val="016161"/>
                </a:solidFill>
                <a:latin typeface="Helvetica Neue"/>
                <a:ea typeface="Helvetica Neue"/>
                <a:cs typeface="Helvetica Neue"/>
                <a:sym typeface="Helvetica Neue"/>
              </a:rPr>
              <a:t>Main Section</a:t>
            </a:r>
            <a:endParaRPr b="1" sz="3000">
              <a:solidFill>
                <a:srgbClr val="016161"/>
              </a:solidFill>
              <a:latin typeface="Helvetica Neue"/>
              <a:ea typeface="Helvetica Neue"/>
              <a:cs typeface="Helvetica Neue"/>
              <a:sym typeface="Helvetica Neue"/>
            </a:endParaRPr>
          </a:p>
          <a:p>
            <a:pPr indent="0" lvl="0" marL="0" rtl="0" algn="l">
              <a:lnSpc>
                <a:spcPct val="80000"/>
              </a:lnSpc>
              <a:spcBef>
                <a:spcPts val="0"/>
              </a:spcBef>
              <a:spcAft>
                <a:spcPts val="0"/>
              </a:spcAft>
              <a:buNone/>
            </a:pPr>
            <a:r>
              <a:rPr lang="en" sz="1900">
                <a:solidFill>
                  <a:srgbClr val="016161"/>
                </a:solidFill>
                <a:latin typeface="Helvetica Neue"/>
                <a:ea typeface="Helvetica Neue"/>
                <a:cs typeface="Helvetica Neue"/>
                <a:sym typeface="Helvetica Neue"/>
              </a:rPr>
              <a:t>Component | Action</a:t>
            </a:r>
            <a:endParaRPr sz="1900">
              <a:solidFill>
                <a:srgbClr val="4285F4"/>
              </a:solidFill>
              <a:latin typeface="Google Sans"/>
              <a:ea typeface="Google Sans"/>
              <a:cs typeface="Google Sans"/>
              <a:sym typeface="Google Sans"/>
            </a:endParaRPr>
          </a:p>
        </p:txBody>
      </p:sp>
      <p:sp>
        <p:nvSpPr>
          <p:cNvPr id="446" name="Google Shape;446;p99"/>
          <p:cNvSpPr txBox="1"/>
          <p:nvPr/>
        </p:nvSpPr>
        <p:spPr>
          <a:xfrm>
            <a:off x="933550" y="2666700"/>
            <a:ext cx="3781800" cy="4185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sz="1900">
                <a:solidFill>
                  <a:schemeClr val="lt1"/>
                </a:solidFill>
                <a:latin typeface="Helvetica Neue"/>
                <a:ea typeface="Helvetica Neue"/>
                <a:cs typeface="Helvetica Neue"/>
                <a:sym typeface="Helvetica Neue"/>
              </a:rPr>
              <a:t>Image screenshot with </a:t>
            </a:r>
            <a:r>
              <a:rPr lang="en" sz="1900">
                <a:solidFill>
                  <a:srgbClr val="F1C232"/>
                </a:solidFill>
                <a:latin typeface="Helvetica Neue"/>
                <a:ea typeface="Helvetica Neue"/>
                <a:cs typeface="Helvetica Neue"/>
                <a:sym typeface="Helvetica Neue"/>
              </a:rPr>
              <a:t>highlights</a:t>
            </a:r>
            <a:endParaRPr sz="1900">
              <a:solidFill>
                <a:srgbClr val="F1C232"/>
              </a:solidFill>
              <a:latin typeface="Google Sans"/>
              <a:ea typeface="Google Sans"/>
              <a:cs typeface="Google Sans"/>
              <a:sym typeface="Google Sans"/>
            </a:endParaRPr>
          </a:p>
        </p:txBody>
      </p:sp>
      <p:sp>
        <p:nvSpPr>
          <p:cNvPr id="447" name="Google Shape;447;p99"/>
          <p:cNvSpPr/>
          <p:nvPr/>
        </p:nvSpPr>
        <p:spPr>
          <a:xfrm>
            <a:off x="5715025" y="1469400"/>
            <a:ext cx="3139200" cy="2813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448" name="Google Shape;448;p99"/>
          <p:cNvSpPr txBox="1"/>
          <p:nvPr/>
        </p:nvSpPr>
        <p:spPr>
          <a:xfrm>
            <a:off x="5948425" y="2549700"/>
            <a:ext cx="2672400" cy="652500"/>
          </a:xfrm>
          <a:prstGeom prst="rect">
            <a:avLst/>
          </a:prstGeom>
          <a:noFill/>
          <a:ln>
            <a:noFill/>
          </a:ln>
        </p:spPr>
        <p:txBody>
          <a:bodyPr anchorCtr="0" anchor="t" bIns="91425" lIns="91425" spcFirstLastPara="1" rIns="91425" wrap="square" tIns="91425">
            <a:spAutoFit/>
          </a:bodyPr>
          <a:lstStyle/>
          <a:p>
            <a:pPr indent="0" lvl="0" marL="0" rtl="0" algn="ctr">
              <a:lnSpc>
                <a:spcPct val="80000"/>
              </a:lnSpc>
              <a:spcBef>
                <a:spcPts val="0"/>
              </a:spcBef>
              <a:spcAft>
                <a:spcPts val="0"/>
              </a:spcAft>
              <a:buNone/>
            </a:pPr>
            <a:r>
              <a:rPr lang="en" sz="1900">
                <a:solidFill>
                  <a:srgbClr val="0F3928"/>
                </a:solidFill>
                <a:latin typeface="Helvetica Neue"/>
                <a:ea typeface="Helvetica Neue"/>
                <a:cs typeface="Helvetica Neue"/>
                <a:sym typeface="Helvetica Neue"/>
              </a:rPr>
              <a:t>Event configuration with variables details</a:t>
            </a:r>
            <a:endParaRPr sz="1900">
              <a:solidFill>
                <a:srgbClr val="0F3928"/>
              </a:solidFill>
              <a:latin typeface="Google Sans"/>
              <a:ea typeface="Google Sans"/>
              <a:cs typeface="Google Sans"/>
              <a:sym typeface="Google Sans"/>
            </a:endParaRPr>
          </a:p>
        </p:txBody>
      </p:sp>
      <p:grpSp>
        <p:nvGrpSpPr>
          <p:cNvPr id="449" name="Google Shape;449;p99"/>
          <p:cNvGrpSpPr/>
          <p:nvPr/>
        </p:nvGrpSpPr>
        <p:grpSpPr>
          <a:xfrm>
            <a:off x="7810637" y="387438"/>
            <a:ext cx="1043579" cy="271409"/>
            <a:chOff x="6873498" y="519175"/>
            <a:chExt cx="1444200" cy="375600"/>
          </a:xfrm>
        </p:grpSpPr>
        <p:sp>
          <p:nvSpPr>
            <p:cNvPr id="450" name="Google Shape;450;p99"/>
            <p:cNvSpPr/>
            <p:nvPr/>
          </p:nvSpPr>
          <p:spPr>
            <a:xfrm>
              <a:off x="6873498" y="519175"/>
              <a:ext cx="1444200" cy="375600"/>
            </a:xfrm>
            <a:prstGeom prst="roundRect">
              <a:avLst>
                <a:gd fmla="val 16667" name="adj"/>
              </a:avLst>
            </a:prstGeom>
            <a:solidFill>
              <a:srgbClr val="E06666"/>
            </a:solidFill>
            <a:ln>
              <a:noFill/>
            </a:ln>
          </p:spPr>
          <p:txBody>
            <a:bodyPr anchorCtr="0" anchor="ctr" bIns="47575" lIns="47575" spcFirstLastPara="1" rIns="47575" wrap="square" tIns="47575">
              <a:noAutofit/>
            </a:bodyPr>
            <a:lstStyle/>
            <a:p>
              <a:pPr indent="0" lvl="0" marL="0" rtl="0" algn="ctr">
                <a:spcBef>
                  <a:spcPts val="0"/>
                </a:spcBef>
                <a:spcAft>
                  <a:spcPts val="0"/>
                </a:spcAft>
                <a:buNone/>
              </a:pPr>
              <a:r>
                <a:t/>
              </a:r>
              <a:endParaRPr sz="729">
                <a:solidFill>
                  <a:schemeClr val="lt1"/>
                </a:solidFill>
              </a:endParaRPr>
            </a:p>
          </p:txBody>
        </p:sp>
        <p:sp>
          <p:nvSpPr>
            <p:cNvPr id="451" name="Google Shape;451;p99"/>
            <p:cNvSpPr txBox="1"/>
            <p:nvPr/>
          </p:nvSpPr>
          <p:spPr>
            <a:xfrm>
              <a:off x="6873498" y="569565"/>
              <a:ext cx="1444200" cy="301500"/>
            </a:xfrm>
            <a:prstGeom prst="rect">
              <a:avLst/>
            </a:prstGeom>
            <a:solidFill>
              <a:srgbClr val="E06666"/>
            </a:solidFill>
            <a:ln>
              <a:noFill/>
            </a:ln>
          </p:spPr>
          <p:txBody>
            <a:bodyPr anchorCtr="0" anchor="ctr" bIns="47575" lIns="47575" spcFirstLastPara="1" rIns="47575" wrap="square" tIns="47575">
              <a:noAutofit/>
            </a:bodyPr>
            <a:lstStyle/>
            <a:p>
              <a:pPr indent="0" lvl="0" marL="0" rtl="0" algn="ctr">
                <a:lnSpc>
                  <a:spcPct val="80000"/>
                </a:lnSpc>
                <a:spcBef>
                  <a:spcPts val="0"/>
                </a:spcBef>
                <a:spcAft>
                  <a:spcPts val="0"/>
                </a:spcAft>
                <a:buNone/>
              </a:pPr>
              <a:r>
                <a:rPr b="1" lang="en" sz="833">
                  <a:solidFill>
                    <a:schemeClr val="lt1"/>
                  </a:solidFill>
                  <a:latin typeface="Helvetica Neue"/>
                  <a:ea typeface="Helvetica Neue"/>
                  <a:cs typeface="Helvetica Neue"/>
                  <a:sym typeface="Helvetica Neue"/>
                </a:rPr>
                <a:t>EXAMPLE SLIDE</a:t>
              </a:r>
              <a:endParaRPr b="1" sz="833">
                <a:solidFill>
                  <a:srgbClr val="F1C232"/>
                </a:solidFill>
                <a:latin typeface="Google Sans"/>
                <a:ea typeface="Google Sans"/>
                <a:cs typeface="Google Sans"/>
                <a:sym typeface="Google San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55" name="Shape 455"/>
        <p:cNvGrpSpPr/>
        <p:nvPr/>
      </p:nvGrpSpPr>
      <p:grpSpPr>
        <a:xfrm>
          <a:off x="0" y="0"/>
          <a:ext cx="0" cy="0"/>
          <a:chOff x="0" y="0"/>
          <a:chExt cx="0" cy="0"/>
        </a:xfrm>
      </p:grpSpPr>
      <p:sp>
        <p:nvSpPr>
          <p:cNvPr id="456" name="Google Shape;456;p100"/>
          <p:cNvSpPr/>
          <p:nvPr/>
        </p:nvSpPr>
        <p:spPr>
          <a:xfrm>
            <a:off x="254950" y="146600"/>
            <a:ext cx="8680800" cy="428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00"/>
          <p:cNvSpPr/>
          <p:nvPr/>
        </p:nvSpPr>
        <p:spPr>
          <a:xfrm rot="-10430838">
            <a:off x="904461" y="-484573"/>
            <a:ext cx="4957393" cy="7189119"/>
          </a:xfrm>
          <a:custGeom>
            <a:rect b="b" l="l" r="r" t="t"/>
            <a:pathLst>
              <a:path extrusionOk="0" fill="none" h="5241" w="8891">
                <a:moveTo>
                  <a:pt x="7483" y="142"/>
                </a:moveTo>
                <a:cubicBezTo>
                  <a:pt x="7887" y="73"/>
                  <a:pt x="8242" y="0"/>
                  <a:pt x="8597" y="264"/>
                </a:cubicBezTo>
                <a:cubicBezTo>
                  <a:pt x="8890" y="481"/>
                  <a:pt x="8887" y="733"/>
                  <a:pt x="8665" y="1004"/>
                </a:cubicBezTo>
                <a:cubicBezTo>
                  <a:pt x="7998" y="1812"/>
                  <a:pt x="6964" y="2373"/>
                  <a:pt x="5988" y="2708"/>
                </a:cubicBezTo>
                <a:cubicBezTo>
                  <a:pt x="4851" y="3105"/>
                  <a:pt x="3646" y="3429"/>
                  <a:pt x="2433" y="3483"/>
                </a:cubicBezTo>
                <a:cubicBezTo>
                  <a:pt x="1980" y="3502"/>
                  <a:pt x="1488" y="3505"/>
                  <a:pt x="1041" y="3399"/>
                </a:cubicBezTo>
                <a:cubicBezTo>
                  <a:pt x="854" y="3353"/>
                  <a:pt x="603" y="3204"/>
                  <a:pt x="877" y="3052"/>
                </a:cubicBezTo>
                <a:cubicBezTo>
                  <a:pt x="1533" y="2685"/>
                  <a:pt x="2613" y="2769"/>
                  <a:pt x="3314" y="2895"/>
                </a:cubicBezTo>
                <a:cubicBezTo>
                  <a:pt x="3757" y="2975"/>
                  <a:pt x="4512" y="3319"/>
                  <a:pt x="4100" y="3879"/>
                </a:cubicBezTo>
                <a:cubicBezTo>
                  <a:pt x="3864" y="4200"/>
                  <a:pt x="3433" y="4356"/>
                  <a:pt x="3082" y="4489"/>
                </a:cubicBezTo>
                <a:cubicBezTo>
                  <a:pt x="2525" y="4695"/>
                  <a:pt x="1941" y="4848"/>
                  <a:pt x="1362" y="4985"/>
                </a:cubicBezTo>
                <a:cubicBezTo>
                  <a:pt x="912" y="5088"/>
                  <a:pt x="458" y="5184"/>
                  <a:pt x="0" y="5241"/>
                </a:cubicBezTo>
              </a:path>
            </a:pathLst>
          </a:custGeom>
          <a:solidFill>
            <a:srgbClr val="2D2D2D"/>
          </a:solidFill>
          <a:ln cap="rnd" cmpd="sng" w="19050">
            <a:solidFill>
              <a:schemeClr val="lt2"/>
            </a:solidFill>
            <a:prstDash val="solid"/>
            <a:miter lim="381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8" name="Google Shape;458;p100"/>
          <p:cNvGrpSpPr/>
          <p:nvPr/>
        </p:nvGrpSpPr>
        <p:grpSpPr>
          <a:xfrm rot="-5714">
            <a:off x="3970784" y="-600744"/>
            <a:ext cx="5429334" cy="5096047"/>
            <a:chOff x="2977267" y="-121768"/>
            <a:chExt cx="6015874" cy="4695519"/>
          </a:xfrm>
        </p:grpSpPr>
        <p:sp>
          <p:nvSpPr>
            <p:cNvPr id="459" name="Google Shape;459;p100"/>
            <p:cNvSpPr/>
            <p:nvPr/>
          </p:nvSpPr>
          <p:spPr>
            <a:xfrm rot="-7287272">
              <a:off x="4414750" y="-183466"/>
              <a:ext cx="3140908" cy="4818916"/>
            </a:xfrm>
            <a:custGeom>
              <a:rect b="b" l="l" r="r" t="t"/>
              <a:pathLst>
                <a:path extrusionOk="0" fill="none" h="1149" w="3960">
                  <a:moveTo>
                    <a:pt x="3959" y="0"/>
                  </a:moveTo>
                  <a:cubicBezTo>
                    <a:pt x="3883" y="237"/>
                    <a:pt x="3799" y="435"/>
                    <a:pt x="3635" y="629"/>
                  </a:cubicBezTo>
                  <a:cubicBezTo>
                    <a:pt x="3483" y="801"/>
                    <a:pt x="3300" y="946"/>
                    <a:pt x="3082" y="1030"/>
                  </a:cubicBezTo>
                  <a:cubicBezTo>
                    <a:pt x="2777" y="1148"/>
                    <a:pt x="2407" y="1110"/>
                    <a:pt x="2098" y="1026"/>
                  </a:cubicBezTo>
                  <a:cubicBezTo>
                    <a:pt x="1885" y="969"/>
                    <a:pt x="1511" y="855"/>
                    <a:pt x="1515" y="572"/>
                  </a:cubicBezTo>
                  <a:cubicBezTo>
                    <a:pt x="1515" y="378"/>
                    <a:pt x="1805" y="340"/>
                    <a:pt x="1946" y="343"/>
                  </a:cubicBezTo>
                  <a:cubicBezTo>
                    <a:pt x="2113" y="355"/>
                    <a:pt x="2460" y="462"/>
                    <a:pt x="2464" y="679"/>
                  </a:cubicBezTo>
                  <a:cubicBezTo>
                    <a:pt x="2472" y="889"/>
                    <a:pt x="2117" y="965"/>
                    <a:pt x="1969" y="988"/>
                  </a:cubicBezTo>
                  <a:cubicBezTo>
                    <a:pt x="1564" y="1049"/>
                    <a:pt x="1133" y="980"/>
                    <a:pt x="737" y="900"/>
                  </a:cubicBezTo>
                  <a:cubicBezTo>
                    <a:pt x="481" y="851"/>
                    <a:pt x="241" y="774"/>
                    <a:pt x="1" y="679"/>
                  </a:cubicBezTo>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0" name="Google Shape;460;p100"/>
            <p:cNvGrpSpPr/>
            <p:nvPr/>
          </p:nvGrpSpPr>
          <p:grpSpPr>
            <a:xfrm rot="1965617">
              <a:off x="6920453" y="2886977"/>
              <a:ext cx="769175" cy="549657"/>
              <a:chOff x="6642589" y="-1229251"/>
              <a:chExt cx="1000048" cy="1103135"/>
            </a:xfrm>
          </p:grpSpPr>
          <p:sp>
            <p:nvSpPr>
              <p:cNvPr id="461" name="Google Shape;461;p100"/>
              <p:cNvSpPr/>
              <p:nvPr/>
            </p:nvSpPr>
            <p:spPr>
              <a:xfrm rot="-4224313">
                <a:off x="6833236" y="-737074"/>
                <a:ext cx="1128498" cy="118779"/>
              </a:xfrm>
              <a:custGeom>
                <a:rect b="b" l="l" r="r" t="t"/>
                <a:pathLst>
                  <a:path extrusionOk="0" fill="none" h="146" w="3670">
                    <a:moveTo>
                      <a:pt x="0" y="145"/>
                    </a:moveTo>
                    <a:cubicBezTo>
                      <a:pt x="1221" y="77"/>
                      <a:pt x="2445" y="0"/>
                      <a:pt x="3669" y="0"/>
                    </a:cubicBezTo>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00"/>
              <p:cNvSpPr/>
              <p:nvPr/>
            </p:nvSpPr>
            <p:spPr>
              <a:xfrm rot="-4224313">
                <a:off x="6803042" y="-783219"/>
                <a:ext cx="455396" cy="662234"/>
              </a:xfrm>
              <a:custGeom>
                <a:rect b="b" l="l" r="r" t="t"/>
                <a:pathLst>
                  <a:path extrusionOk="0" fill="none" h="814" w="1481">
                    <a:moveTo>
                      <a:pt x="1" y="813"/>
                    </a:moveTo>
                    <a:cubicBezTo>
                      <a:pt x="497" y="546"/>
                      <a:pt x="996" y="291"/>
                      <a:pt x="1481" y="1"/>
                    </a:cubicBezTo>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63" name="Google Shape;463;p100"/>
          <p:cNvSpPr/>
          <p:nvPr/>
        </p:nvSpPr>
        <p:spPr>
          <a:xfrm rot="-1841984">
            <a:off x="307354" y="137458"/>
            <a:ext cx="4515109" cy="4567565"/>
          </a:xfrm>
          <a:prstGeom prst="rect">
            <a:avLst/>
          </a:prstGeom>
        </p:spPr>
        <p:txBody>
          <a:bodyPr>
            <a:prstTxWarp prst="textPlain"/>
          </a:bodyPr>
          <a:lstStyle/>
          <a:p>
            <a:pPr lvl="0" algn="ctr"/>
            <a:r>
              <a:rPr b="1" i="0">
                <a:ln cap="flat" cmpd="sng" w="38100">
                  <a:solidFill>
                    <a:schemeClr val="lt2"/>
                  </a:solidFill>
                  <a:prstDash val="solid"/>
                  <a:round/>
                  <a:headEnd len="sm" w="sm" type="none"/>
                  <a:tailEnd len="sm" w="sm" type="none"/>
                </a:ln>
                <a:solidFill>
                  <a:schemeClr val="lt2"/>
                </a:solidFill>
                <a:latin typeface="Helvetica Neue"/>
              </a:rPr>
              <a:t>3</a:t>
            </a:r>
          </a:p>
        </p:txBody>
      </p:sp>
      <p:sp>
        <p:nvSpPr>
          <p:cNvPr id="464" name="Google Shape;464;p100"/>
          <p:cNvSpPr txBox="1"/>
          <p:nvPr/>
        </p:nvSpPr>
        <p:spPr>
          <a:xfrm>
            <a:off x="5515050" y="3680575"/>
            <a:ext cx="3541200" cy="13584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lang="en" sz="2900">
                <a:solidFill>
                  <a:schemeClr val="lt1"/>
                </a:solidFill>
                <a:latin typeface="Helvetica Neue Light"/>
                <a:ea typeface="Helvetica Neue Light"/>
                <a:cs typeface="Helvetica Neue Light"/>
                <a:sym typeface="Helvetica Neue Light"/>
              </a:rPr>
              <a:t>Events &amp; eVars by component</a:t>
            </a:r>
            <a:endParaRPr sz="2900">
              <a:solidFill>
                <a:schemeClr val="lt1"/>
              </a:solidFill>
              <a:latin typeface="Helvetica Neue Light"/>
              <a:ea typeface="Helvetica Neue Light"/>
              <a:cs typeface="Helvetica Neue Light"/>
              <a:sym typeface="Helvetica Neue Light"/>
            </a:endParaRPr>
          </a:p>
          <a:p>
            <a:pPr indent="0" lvl="0" marL="0" marR="0" rtl="0" algn="ctr">
              <a:lnSpc>
                <a:spcPct val="80000"/>
              </a:lnSpc>
              <a:spcBef>
                <a:spcPts val="0"/>
              </a:spcBef>
              <a:spcAft>
                <a:spcPts val="0"/>
              </a:spcAft>
              <a:buNone/>
            </a:pPr>
            <a:r>
              <a:t/>
            </a:r>
            <a:endParaRPr sz="3000">
              <a:solidFill>
                <a:schemeClr val="lt2"/>
              </a:solidFill>
              <a:latin typeface="Helvetica Neue Light"/>
              <a:ea typeface="Helvetica Neue Light"/>
              <a:cs typeface="Helvetica Neue Light"/>
              <a:sym typeface="Helvetica Neue Light"/>
            </a:endParaRPr>
          </a:p>
        </p:txBody>
      </p:sp>
      <p:sp>
        <p:nvSpPr>
          <p:cNvPr id="465" name="Google Shape;465;p100"/>
          <p:cNvSpPr txBox="1"/>
          <p:nvPr/>
        </p:nvSpPr>
        <p:spPr>
          <a:xfrm>
            <a:off x="5515050" y="2987775"/>
            <a:ext cx="2572500" cy="6525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Clr>
                <a:schemeClr val="dk1"/>
              </a:buClr>
              <a:buSzPts val="1100"/>
              <a:buFont typeface="Arial"/>
              <a:buNone/>
            </a:pPr>
            <a:r>
              <a:rPr lang="en" sz="3800">
                <a:solidFill>
                  <a:schemeClr val="lt1"/>
                </a:solidFill>
                <a:latin typeface="Helvetica Neue"/>
                <a:ea typeface="Helvetica Neue"/>
                <a:cs typeface="Helvetica Neue"/>
                <a:sym typeface="Helvetica Neue"/>
              </a:rPr>
              <a:t>Energy</a:t>
            </a:r>
            <a:endParaRPr sz="1800">
              <a:solidFill>
                <a:schemeClr val="dk2"/>
              </a:solidFill>
              <a:latin typeface="Helvetica Neue"/>
              <a:ea typeface="Helvetica Neue"/>
              <a:cs typeface="Helvetica Neue"/>
              <a:sym typeface="Helvetica Neu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FEF"/>
        </a:solidFill>
      </p:bgPr>
    </p:bg>
    <p:spTree>
      <p:nvGrpSpPr>
        <p:cNvPr id="469" name="Shape 469"/>
        <p:cNvGrpSpPr/>
        <p:nvPr/>
      </p:nvGrpSpPr>
      <p:grpSpPr>
        <a:xfrm>
          <a:off x="0" y="0"/>
          <a:ext cx="0" cy="0"/>
          <a:chOff x="0" y="0"/>
          <a:chExt cx="0" cy="0"/>
        </a:xfrm>
      </p:grpSpPr>
      <p:sp>
        <p:nvSpPr>
          <p:cNvPr id="470" name="Google Shape;470;p101"/>
          <p:cNvSpPr txBox="1"/>
          <p:nvPr/>
        </p:nvSpPr>
        <p:spPr>
          <a:xfrm>
            <a:off x="335925" y="413025"/>
            <a:ext cx="7181700" cy="7338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3000">
                <a:solidFill>
                  <a:srgbClr val="016161"/>
                </a:solidFill>
                <a:latin typeface="Helvetica Neue"/>
                <a:ea typeface="Helvetica Neue"/>
                <a:cs typeface="Helvetica Neue"/>
                <a:sym typeface="Helvetica Neue"/>
              </a:rPr>
              <a:t>Energy Spotlight</a:t>
            </a:r>
            <a:r>
              <a:rPr b="1" lang="en" sz="3000">
                <a:solidFill>
                  <a:srgbClr val="016161"/>
                </a:solidFill>
                <a:latin typeface="Helvetica Neue"/>
                <a:ea typeface="Helvetica Neue"/>
                <a:cs typeface="Helvetica Neue"/>
                <a:sym typeface="Helvetica Neue"/>
              </a:rPr>
              <a:t> | C-40</a:t>
            </a:r>
            <a:endParaRPr b="1" sz="3000">
              <a:solidFill>
                <a:srgbClr val="016161"/>
              </a:solidFill>
              <a:latin typeface="Helvetica Neue"/>
              <a:ea typeface="Helvetica Neue"/>
              <a:cs typeface="Helvetica Neue"/>
              <a:sym typeface="Helvetica Neue"/>
            </a:endParaRPr>
          </a:p>
          <a:p>
            <a:pPr indent="0" lvl="0" marL="0" rtl="0" algn="l">
              <a:lnSpc>
                <a:spcPct val="80000"/>
              </a:lnSpc>
              <a:spcBef>
                <a:spcPts val="0"/>
              </a:spcBef>
              <a:spcAft>
                <a:spcPts val="0"/>
              </a:spcAft>
              <a:buNone/>
            </a:pPr>
            <a:r>
              <a:rPr lang="en" sz="1900">
                <a:solidFill>
                  <a:srgbClr val="016161"/>
                </a:solidFill>
                <a:latin typeface="Helvetica Neue"/>
                <a:ea typeface="Helvetica Neue"/>
                <a:cs typeface="Helvetica Neue"/>
                <a:sym typeface="Helvetica Neue"/>
              </a:rPr>
              <a:t>Fact Cards - Image Large</a:t>
            </a:r>
            <a:endParaRPr sz="1900">
              <a:solidFill>
                <a:srgbClr val="4285F4"/>
              </a:solidFill>
              <a:latin typeface="Google Sans"/>
              <a:ea typeface="Google Sans"/>
              <a:cs typeface="Google Sans"/>
              <a:sym typeface="Google Sans"/>
            </a:endParaRPr>
          </a:p>
        </p:txBody>
      </p:sp>
      <p:pic>
        <p:nvPicPr>
          <p:cNvPr id="471" name="Google Shape;471;p101"/>
          <p:cNvPicPr preferRelativeResize="0"/>
          <p:nvPr/>
        </p:nvPicPr>
        <p:blipFill>
          <a:blip r:embed="rId3">
            <a:alphaModFix/>
          </a:blip>
          <a:stretch>
            <a:fillRect/>
          </a:stretch>
        </p:blipFill>
        <p:spPr>
          <a:xfrm>
            <a:off x="152400" y="1740000"/>
            <a:ext cx="4994460" cy="1896900"/>
          </a:xfrm>
          <a:prstGeom prst="rect">
            <a:avLst/>
          </a:prstGeom>
          <a:noFill/>
          <a:ln>
            <a:noFill/>
          </a:ln>
        </p:spPr>
      </p:pic>
      <p:sp>
        <p:nvSpPr>
          <p:cNvPr id="472" name="Google Shape;472;p101"/>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Energy Spotlight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473" name="Google Shape;473;p101"/>
          <p:cNvSpPr txBox="1"/>
          <p:nvPr/>
        </p:nvSpPr>
        <p:spPr>
          <a:xfrm>
            <a:off x="5459350" y="1380150"/>
            <a:ext cx="3394800" cy="27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000">
                <a:latin typeface="Helvetica Neue"/>
                <a:ea typeface="Helvetica Neue"/>
                <a:cs typeface="Helvetica Neue"/>
                <a:sym typeface="Helvetica Neue"/>
              </a:rPr>
              <a:t>Event:</a:t>
            </a:r>
            <a:r>
              <a:rPr lang="en" sz="1000">
                <a:latin typeface="Helvetica Neue"/>
                <a:ea typeface="Helvetica Neue"/>
                <a:cs typeface="Helvetica Neue"/>
                <a:sym typeface="Helvetica Neue"/>
              </a:rPr>
              <a:t> </a:t>
            </a:r>
            <a:r>
              <a:rPr lang="en" sz="1000">
                <a:solidFill>
                  <a:srgbClr val="188038"/>
                </a:solidFill>
                <a:latin typeface="Helvetica Neue"/>
                <a:ea typeface="Helvetica Neue"/>
                <a:cs typeface="Helvetica Neue"/>
                <a:sym typeface="Helvetica Neue"/>
              </a:rPr>
              <a:t>CTA Clicks</a:t>
            </a:r>
            <a:r>
              <a:rPr lang="en" sz="1000">
                <a:latin typeface="Helvetica Neue"/>
                <a:ea typeface="Helvetica Neue"/>
                <a:cs typeface="Helvetica Neue"/>
                <a:sym typeface="Helvetica Neue"/>
              </a:rPr>
              <a:t> (event1)</a:t>
            </a:r>
            <a:endParaRPr sz="1000">
              <a:latin typeface="Helvetica Neue"/>
              <a:ea typeface="Helvetica Neue"/>
              <a:cs typeface="Helvetica Neue"/>
              <a:sym typeface="Helvetica Neue"/>
            </a:endParaRPr>
          </a:p>
          <a:p>
            <a:pPr indent="-292100" lvl="0" marL="457200" rtl="0" algn="l">
              <a:lnSpc>
                <a:spcPct val="115000"/>
              </a:lnSpc>
              <a:spcBef>
                <a:spcPts val="1200"/>
              </a:spcBef>
              <a:spcAft>
                <a:spcPts val="0"/>
              </a:spcAft>
              <a:buSzPts val="1000"/>
              <a:buChar char="●"/>
            </a:pPr>
            <a:r>
              <a:rPr lang="en" sz="1000">
                <a:latin typeface="Helvetica Neue"/>
                <a:ea typeface="Helvetica Neue"/>
                <a:cs typeface="Helvetica Neue"/>
                <a:sym typeface="Helvetica Neue"/>
              </a:rPr>
              <a:t>Prop 1 (Timestamp): </a:t>
            </a:r>
            <a:r>
              <a:rPr lang="en" sz="1000">
                <a:solidFill>
                  <a:srgbClr val="188038"/>
                </a:solidFill>
                <a:latin typeface="Helvetica Neue"/>
                <a:ea typeface="Helvetica Neue"/>
                <a:cs typeface="Helvetica Neue"/>
                <a:sym typeface="Helvetica Neue"/>
              </a:rPr>
              <a:t>&lt;Timestamp MM/DD/YYYY format&gt;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 (Domain): </a:t>
            </a:r>
            <a:r>
              <a:rPr lang="en" sz="1000">
                <a:solidFill>
                  <a:srgbClr val="188038"/>
                </a:solidFill>
                <a:latin typeface="Helvetica Neue"/>
                <a:ea typeface="Helvetica Neue"/>
                <a:cs typeface="Helvetica Neue"/>
                <a:sym typeface="Helvetica Neue"/>
              </a:rPr>
              <a:t>&lt;website domain&gt;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Clr>
                <a:srgbClr val="188038"/>
              </a:buClr>
              <a:buSzPts val="1000"/>
              <a:buFont typeface="Helvetica Neue"/>
              <a:buChar char="●"/>
            </a:pPr>
            <a:r>
              <a:rPr lang="en" sz="1000">
                <a:latin typeface="Helvetica Neue"/>
                <a:ea typeface="Helvetica Neue"/>
                <a:cs typeface="Helvetica Neue"/>
                <a:sym typeface="Helvetica Neue"/>
              </a:rPr>
              <a:t>eVar2 (Previous Page): </a:t>
            </a:r>
            <a:r>
              <a:rPr lang="en" sz="1000">
                <a:solidFill>
                  <a:srgbClr val="188038"/>
                </a:solidFill>
                <a:latin typeface="Helvetica Neue"/>
                <a:ea typeface="Helvetica Neue"/>
                <a:cs typeface="Helvetica Neue"/>
                <a:sym typeface="Helvetica Neue"/>
              </a:rPr>
              <a:t>&lt;previous page&gt;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 (Page name):  </a:t>
            </a:r>
            <a:r>
              <a:rPr lang="en" sz="1000">
                <a:solidFill>
                  <a:srgbClr val="188038"/>
                </a:solidFill>
                <a:latin typeface="Helvetica Neue"/>
                <a:ea typeface="Helvetica Neue"/>
                <a:cs typeface="Helvetica Neue"/>
                <a:sym typeface="Helvetica Neue"/>
              </a:rPr>
              <a:t>"Energy Spotlight"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eVar4 (Site Section): </a:t>
            </a:r>
            <a:r>
              <a:rPr lang="en" sz="1000">
                <a:solidFill>
                  <a:srgbClr val="188038"/>
                </a:solidFill>
                <a:latin typeface="Helvetica Neue"/>
                <a:ea typeface="Helvetica Neue"/>
                <a:cs typeface="Helvetica Neue"/>
                <a:sym typeface="Helvetica Neue"/>
              </a:rPr>
              <a:t>"Energy</a:t>
            </a:r>
            <a:r>
              <a:rPr lang="en" sz="1000">
                <a:solidFill>
                  <a:srgbClr val="188038"/>
                </a:solidFill>
                <a:latin typeface="Helvetica Neue"/>
                <a:ea typeface="Helvetica Neue"/>
                <a:cs typeface="Helvetica Neue"/>
                <a:sym typeface="Helvetica Neue"/>
              </a:rPr>
              <a:t> Stories</a:t>
            </a:r>
            <a:r>
              <a:rPr lang="en" sz="1000">
                <a:solidFill>
                  <a:srgbClr val="188038"/>
                </a:solidFill>
                <a:latin typeface="Helvetica Neue"/>
                <a:ea typeface="Helvetica Neue"/>
                <a:cs typeface="Helvetica Neue"/>
                <a:sym typeface="Helvetica Neue"/>
              </a:rPr>
              <a:t>"</a:t>
            </a:r>
            <a:endParaRPr sz="1000">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eVar10 (Page Type): </a:t>
            </a:r>
            <a:r>
              <a:rPr lang="en" sz="1000">
                <a:solidFill>
                  <a:srgbClr val="188038"/>
                </a:solidFill>
                <a:latin typeface="Helvetica Neue"/>
                <a:ea typeface="Helvetica Neue"/>
                <a:cs typeface="Helvetica Neue"/>
                <a:sym typeface="Helvetica Neue"/>
              </a:rPr>
              <a:t>"Full Website"</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eVar12 (CTA Button): </a:t>
            </a:r>
            <a:r>
              <a:rPr lang="en" sz="1000">
                <a:solidFill>
                  <a:srgbClr val="188038"/>
                </a:solidFill>
                <a:latin typeface="Helvetica Neue"/>
                <a:ea typeface="Helvetica Neue"/>
                <a:cs typeface="Helvetica Neue"/>
                <a:sym typeface="Helvetica Neue"/>
              </a:rPr>
              <a:t>&lt;CTA button name/action&gt;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eVar15 (Page URL): </a:t>
            </a:r>
            <a:r>
              <a:rPr lang="en" sz="1000">
                <a:solidFill>
                  <a:srgbClr val="188038"/>
                </a:solidFill>
                <a:latin typeface="Helvetica Neue"/>
                <a:ea typeface="Helvetica Neue"/>
                <a:cs typeface="Helvetica Neue"/>
                <a:sym typeface="Helvetica Neue"/>
              </a:rPr>
              <a:t>&lt;Page URL&gt;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eVar28 (Page Section): </a:t>
            </a:r>
            <a:r>
              <a:rPr lang="en" sz="1000">
                <a:solidFill>
                  <a:srgbClr val="188038"/>
                </a:solidFill>
                <a:latin typeface="Helvetica Neue"/>
                <a:ea typeface="Helvetica Neue"/>
                <a:cs typeface="Helvetica Neue"/>
                <a:sym typeface="Helvetica Neue"/>
              </a:rPr>
              <a:t>"Fact Card Image Large"</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eVar31 (Clean Page URL): </a:t>
            </a:r>
            <a:r>
              <a:rPr lang="en" sz="1000">
                <a:solidFill>
                  <a:srgbClr val="188038"/>
                </a:solidFill>
                <a:latin typeface="Helvetica Neue"/>
                <a:ea typeface="Helvetica Neue"/>
                <a:cs typeface="Helvetica Neue"/>
                <a:sym typeface="Helvetica Neue"/>
              </a:rPr>
              <a:t>&lt;Clean URL of the current page&gt;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eVar36 (Component): </a:t>
            </a:r>
            <a:r>
              <a:rPr lang="en" sz="1000">
                <a:solidFill>
                  <a:srgbClr val="188038"/>
                </a:solidFill>
                <a:latin typeface="Helvetica Neue"/>
                <a:ea typeface="Helvetica Neue"/>
                <a:cs typeface="Helvetica Neue"/>
                <a:sym typeface="Helvetica Neue"/>
              </a:rPr>
              <a:t>&lt;</a:t>
            </a:r>
            <a:r>
              <a:rPr lang="en" sz="1000">
                <a:solidFill>
                  <a:srgbClr val="188038"/>
                </a:solidFill>
                <a:latin typeface="Helvetica Neue"/>
                <a:ea typeface="Helvetica Neue"/>
                <a:cs typeface="Helvetica Neue"/>
                <a:sym typeface="Helvetica Neue"/>
              </a:rPr>
              <a:t>C40</a:t>
            </a:r>
            <a:r>
              <a:rPr lang="en" sz="1000">
                <a:solidFill>
                  <a:srgbClr val="188038"/>
                </a:solidFill>
                <a:latin typeface="Helvetica Neue"/>
                <a:ea typeface="Helvetica Neue"/>
                <a:cs typeface="Helvetica Neue"/>
                <a:sym typeface="Helvetica Neue"/>
              </a:rPr>
              <a:t>&gt;</a:t>
            </a:r>
            <a:endParaRPr/>
          </a:p>
        </p:txBody>
      </p:sp>
      <p:sp>
        <p:nvSpPr>
          <p:cNvPr id="474" name="Google Shape;474;p101"/>
          <p:cNvSpPr/>
          <p:nvPr/>
        </p:nvSpPr>
        <p:spPr>
          <a:xfrm>
            <a:off x="4654475" y="3197650"/>
            <a:ext cx="358200" cy="3174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DDDD"/>
        </a:solidFill>
      </p:bgPr>
    </p:bg>
    <p:spTree>
      <p:nvGrpSpPr>
        <p:cNvPr id="478" name="Shape 478"/>
        <p:cNvGrpSpPr/>
        <p:nvPr/>
      </p:nvGrpSpPr>
      <p:grpSpPr>
        <a:xfrm>
          <a:off x="0" y="0"/>
          <a:ext cx="0" cy="0"/>
          <a:chOff x="0" y="0"/>
          <a:chExt cx="0" cy="0"/>
        </a:xfrm>
      </p:grpSpPr>
      <p:sp>
        <p:nvSpPr>
          <p:cNvPr id="479" name="Google Shape;479;p102"/>
          <p:cNvSpPr txBox="1"/>
          <p:nvPr/>
        </p:nvSpPr>
        <p:spPr>
          <a:xfrm>
            <a:off x="335925" y="413025"/>
            <a:ext cx="7181700" cy="7338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3000">
                <a:solidFill>
                  <a:srgbClr val="016161"/>
                </a:solidFill>
                <a:latin typeface="Helvetica Neue"/>
                <a:ea typeface="Helvetica Neue"/>
                <a:cs typeface="Helvetica Neue"/>
                <a:sym typeface="Helvetica Neue"/>
              </a:rPr>
              <a:t>Energy Spotlight | C-40</a:t>
            </a:r>
            <a:endParaRPr b="1" sz="3000">
              <a:solidFill>
                <a:srgbClr val="016161"/>
              </a:solidFill>
              <a:latin typeface="Helvetica Neue"/>
              <a:ea typeface="Helvetica Neue"/>
              <a:cs typeface="Helvetica Neue"/>
              <a:sym typeface="Helvetica Neue"/>
            </a:endParaRPr>
          </a:p>
          <a:p>
            <a:pPr indent="0" lvl="0" marL="0" rtl="0" algn="l">
              <a:lnSpc>
                <a:spcPct val="80000"/>
              </a:lnSpc>
              <a:spcBef>
                <a:spcPts val="0"/>
              </a:spcBef>
              <a:spcAft>
                <a:spcPts val="0"/>
              </a:spcAft>
              <a:buNone/>
            </a:pPr>
            <a:r>
              <a:rPr lang="en" sz="1900">
                <a:solidFill>
                  <a:srgbClr val="016161"/>
                </a:solidFill>
                <a:latin typeface="Helvetica Neue"/>
                <a:ea typeface="Helvetica Neue"/>
                <a:cs typeface="Helvetica Neue"/>
                <a:sym typeface="Helvetica Neue"/>
              </a:rPr>
              <a:t>Fact Cards - Image Large </a:t>
            </a:r>
            <a:r>
              <a:rPr lang="en" sz="1900">
                <a:solidFill>
                  <a:srgbClr val="016161"/>
                </a:solidFill>
                <a:latin typeface="Helvetica Neue"/>
                <a:ea typeface="Helvetica Neue"/>
                <a:cs typeface="Helvetica Neue"/>
                <a:sym typeface="Helvetica Neue"/>
              </a:rPr>
              <a:t> | DataLayer Push</a:t>
            </a:r>
            <a:endParaRPr sz="1900">
              <a:solidFill>
                <a:srgbClr val="016161"/>
              </a:solidFill>
              <a:latin typeface="Helvetica Neue"/>
              <a:ea typeface="Helvetica Neue"/>
              <a:cs typeface="Helvetica Neue"/>
              <a:sym typeface="Helvetica Neue"/>
            </a:endParaRPr>
          </a:p>
        </p:txBody>
      </p:sp>
      <p:pic>
        <p:nvPicPr>
          <p:cNvPr id="480" name="Google Shape;480;p102"/>
          <p:cNvPicPr preferRelativeResize="0"/>
          <p:nvPr/>
        </p:nvPicPr>
        <p:blipFill>
          <a:blip r:embed="rId3">
            <a:alphaModFix/>
          </a:blip>
          <a:stretch>
            <a:fillRect/>
          </a:stretch>
        </p:blipFill>
        <p:spPr>
          <a:xfrm>
            <a:off x="152400" y="1740000"/>
            <a:ext cx="4994460" cy="1896900"/>
          </a:xfrm>
          <a:prstGeom prst="rect">
            <a:avLst/>
          </a:prstGeom>
          <a:noFill/>
          <a:ln>
            <a:noFill/>
          </a:ln>
        </p:spPr>
      </p:pic>
      <p:sp>
        <p:nvSpPr>
          <p:cNvPr id="481" name="Google Shape;481;p102"/>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Energy Spotlight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482" name="Google Shape;482;p102"/>
          <p:cNvSpPr/>
          <p:nvPr/>
        </p:nvSpPr>
        <p:spPr>
          <a:xfrm>
            <a:off x="4654475" y="3197650"/>
            <a:ext cx="358200" cy="3174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483" name="Google Shape;483;p102"/>
          <p:cNvSpPr txBox="1"/>
          <p:nvPr/>
        </p:nvSpPr>
        <p:spPr>
          <a:xfrm>
            <a:off x="5444850" y="1335475"/>
            <a:ext cx="3611700" cy="2818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0070C0"/>
                </a:solidFill>
                <a:latin typeface="Helvetica Neue"/>
                <a:ea typeface="Helvetica Neue"/>
                <a:cs typeface="Helvetica Neue"/>
                <a:sym typeface="Helvetica Neue"/>
              </a:rPr>
              <a:t>var</a:t>
            </a:r>
            <a:r>
              <a:rPr lang="en" sz="1000">
                <a:latin typeface="Helvetica Neue"/>
                <a:ea typeface="Helvetica Neue"/>
                <a:cs typeface="Helvetica Neue"/>
                <a:sym typeface="Helvetica Neue"/>
              </a:rPr>
              <a:t> </a:t>
            </a: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 = </a:t>
            </a: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 || [];</a:t>
            </a:r>
            <a:endParaRPr sz="1000">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.push({</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event: </a:t>
            </a:r>
            <a:r>
              <a:rPr lang="en" sz="1000">
                <a:solidFill>
                  <a:srgbClr val="00843D"/>
                </a:solidFill>
                <a:latin typeface="Helvetica Neue"/>
                <a:ea typeface="Helvetica Neue"/>
                <a:cs typeface="Helvetica Neue"/>
                <a:sym typeface="Helvetica Neue"/>
              </a:rPr>
              <a:t>"CTA Clicks"</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userInteraction: {</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timestamp: </a:t>
            </a:r>
            <a:r>
              <a:rPr lang="en" sz="1000">
                <a:solidFill>
                  <a:srgbClr val="188038"/>
                </a:solidFill>
                <a:latin typeface="Helvetica Neue"/>
                <a:ea typeface="Helvetica Neue"/>
                <a:cs typeface="Helvetica Neue"/>
                <a:sym typeface="Helvetica Neue"/>
              </a:rPr>
              <a:t>&lt;Timestamp MM/DD/YYYY format&gt;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domain: </a:t>
            </a:r>
            <a:r>
              <a:rPr lang="en" sz="1000">
                <a:solidFill>
                  <a:srgbClr val="188038"/>
                </a:solidFill>
                <a:latin typeface="Helvetica Neue"/>
                <a:ea typeface="Helvetica Neue"/>
                <a:cs typeface="Helvetica Neue"/>
                <a:sym typeface="Helvetica Neue"/>
              </a:rPr>
              <a:t>&lt;website domain&gt;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previousPage: </a:t>
            </a:r>
            <a:r>
              <a:rPr lang="en" sz="1000">
                <a:solidFill>
                  <a:srgbClr val="188038"/>
                </a:solidFill>
                <a:latin typeface="Helvetica Neue"/>
                <a:ea typeface="Helvetica Neue"/>
                <a:cs typeface="Helvetica Neue"/>
                <a:sym typeface="Helvetica Neue"/>
              </a:rPr>
              <a:t>&lt;previous page&gt;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pageName: </a:t>
            </a:r>
            <a:r>
              <a:rPr lang="en" sz="1000">
                <a:solidFill>
                  <a:srgbClr val="188038"/>
                </a:solidFill>
                <a:latin typeface="Helvetica Neue"/>
                <a:ea typeface="Helvetica Neue"/>
                <a:cs typeface="Helvetica Neue"/>
                <a:sym typeface="Helvetica Neue"/>
              </a:rPr>
              <a:t>"Energy Spotlight"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siteSection: </a:t>
            </a:r>
            <a:r>
              <a:rPr lang="en" sz="1000">
                <a:solidFill>
                  <a:srgbClr val="188038"/>
                </a:solidFill>
                <a:latin typeface="Helvetica Neue"/>
                <a:ea typeface="Helvetica Neue"/>
                <a:cs typeface="Helvetica Neue"/>
                <a:sym typeface="Helvetica Neue"/>
              </a:rPr>
              <a:t>"Energy Stories"</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pageType: </a:t>
            </a:r>
            <a:r>
              <a:rPr lang="en" sz="1000">
                <a:solidFill>
                  <a:srgbClr val="188038"/>
                </a:solidFill>
                <a:latin typeface="Helvetica Neue"/>
                <a:ea typeface="Helvetica Neue"/>
                <a:cs typeface="Helvetica Neue"/>
                <a:sym typeface="Helvetica Neue"/>
              </a:rPr>
              <a:t>"Full Website"</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ctaButton: </a:t>
            </a:r>
            <a:r>
              <a:rPr lang="en" sz="1000">
                <a:solidFill>
                  <a:srgbClr val="188038"/>
                </a:solidFill>
                <a:latin typeface="Helvetica Neue"/>
                <a:ea typeface="Helvetica Neue"/>
                <a:cs typeface="Helvetica Neue"/>
                <a:sym typeface="Helvetica Neue"/>
              </a:rPr>
              <a:t>&lt;CTA button name/action&gt;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pageURL: </a:t>
            </a:r>
            <a:r>
              <a:rPr lang="en" sz="1000">
                <a:solidFill>
                  <a:srgbClr val="188038"/>
                </a:solidFill>
                <a:latin typeface="Helvetica Neue"/>
                <a:ea typeface="Helvetica Neue"/>
                <a:cs typeface="Helvetica Neue"/>
                <a:sym typeface="Helvetica Neue"/>
              </a:rPr>
              <a:t>&lt;Page URL&gt;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pageSection: </a:t>
            </a:r>
            <a:r>
              <a:rPr lang="en" sz="1000">
                <a:solidFill>
                  <a:srgbClr val="188038"/>
                </a:solidFill>
                <a:latin typeface="Helvetica Neue"/>
                <a:ea typeface="Helvetica Neue"/>
                <a:cs typeface="Helvetica Neue"/>
                <a:sym typeface="Helvetica Neue"/>
              </a:rPr>
              <a:t>"Fact Card Image Large"</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cleanPageURL: </a:t>
            </a:r>
            <a:r>
              <a:rPr lang="en" sz="1000">
                <a:solidFill>
                  <a:srgbClr val="188038"/>
                </a:solidFill>
                <a:latin typeface="Helvetica Neue"/>
                <a:ea typeface="Helvetica Neue"/>
                <a:cs typeface="Helvetica Neue"/>
                <a:sym typeface="Helvetica Neue"/>
              </a:rPr>
              <a:t>&lt;Clean URL of the current page&gt;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component: </a:t>
            </a:r>
            <a:r>
              <a:rPr lang="en" sz="1000">
                <a:solidFill>
                  <a:srgbClr val="188038"/>
                </a:solidFill>
                <a:latin typeface="Helvetica Neue"/>
                <a:ea typeface="Helvetica Neue"/>
                <a:cs typeface="Helvetica Neue"/>
                <a:sym typeface="Helvetica Neue"/>
              </a:rPr>
              <a:t>&lt;C40&gt;</a:t>
            </a:r>
            <a:endParaRPr sz="1000">
              <a:solidFill>
                <a:srgbClr val="188038"/>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FEF"/>
        </a:solidFill>
      </p:bgPr>
    </p:bg>
    <p:spTree>
      <p:nvGrpSpPr>
        <p:cNvPr id="487" name="Shape 487"/>
        <p:cNvGrpSpPr/>
        <p:nvPr/>
      </p:nvGrpSpPr>
      <p:grpSpPr>
        <a:xfrm>
          <a:off x="0" y="0"/>
          <a:ext cx="0" cy="0"/>
          <a:chOff x="0" y="0"/>
          <a:chExt cx="0" cy="0"/>
        </a:xfrm>
      </p:grpSpPr>
      <p:pic>
        <p:nvPicPr>
          <p:cNvPr id="488" name="Google Shape;488;p103"/>
          <p:cNvPicPr preferRelativeResize="0"/>
          <p:nvPr/>
        </p:nvPicPr>
        <p:blipFill>
          <a:blip r:embed="rId3">
            <a:alphaModFix/>
          </a:blip>
          <a:stretch>
            <a:fillRect/>
          </a:stretch>
        </p:blipFill>
        <p:spPr>
          <a:xfrm>
            <a:off x="149050" y="1852713"/>
            <a:ext cx="4994449" cy="1848480"/>
          </a:xfrm>
          <a:prstGeom prst="rect">
            <a:avLst/>
          </a:prstGeom>
          <a:noFill/>
          <a:ln>
            <a:noFill/>
          </a:ln>
        </p:spPr>
      </p:pic>
      <p:sp>
        <p:nvSpPr>
          <p:cNvPr id="489" name="Google Shape;489;p103"/>
          <p:cNvSpPr txBox="1"/>
          <p:nvPr/>
        </p:nvSpPr>
        <p:spPr>
          <a:xfrm>
            <a:off x="335925" y="413025"/>
            <a:ext cx="7181700" cy="7338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3000">
                <a:solidFill>
                  <a:srgbClr val="016161"/>
                </a:solidFill>
                <a:latin typeface="Helvetica Neue"/>
                <a:ea typeface="Helvetica Neue"/>
                <a:cs typeface="Helvetica Neue"/>
                <a:sym typeface="Helvetica Neue"/>
              </a:rPr>
              <a:t>Energy Spotlight | C-40</a:t>
            </a:r>
            <a:endParaRPr b="1" sz="3000">
              <a:solidFill>
                <a:srgbClr val="016161"/>
              </a:solidFill>
              <a:latin typeface="Helvetica Neue"/>
              <a:ea typeface="Helvetica Neue"/>
              <a:cs typeface="Helvetica Neue"/>
              <a:sym typeface="Helvetica Neue"/>
            </a:endParaRPr>
          </a:p>
          <a:p>
            <a:pPr indent="0" lvl="0" marL="0" rtl="0" algn="l">
              <a:lnSpc>
                <a:spcPct val="80000"/>
              </a:lnSpc>
              <a:spcBef>
                <a:spcPts val="0"/>
              </a:spcBef>
              <a:spcAft>
                <a:spcPts val="0"/>
              </a:spcAft>
              <a:buNone/>
            </a:pPr>
            <a:r>
              <a:rPr lang="en" sz="1900">
                <a:solidFill>
                  <a:srgbClr val="016161"/>
                </a:solidFill>
                <a:latin typeface="Helvetica Neue"/>
                <a:ea typeface="Helvetica Neue"/>
                <a:cs typeface="Helvetica Neue"/>
                <a:sym typeface="Helvetica Neue"/>
              </a:rPr>
              <a:t>Fact Cards - Video Large</a:t>
            </a:r>
            <a:endParaRPr sz="1900">
              <a:solidFill>
                <a:srgbClr val="4285F4"/>
              </a:solidFill>
              <a:latin typeface="Google Sans"/>
              <a:ea typeface="Google Sans"/>
              <a:cs typeface="Google Sans"/>
              <a:sym typeface="Google Sans"/>
            </a:endParaRPr>
          </a:p>
        </p:txBody>
      </p:sp>
      <p:sp>
        <p:nvSpPr>
          <p:cNvPr id="490" name="Google Shape;490;p103"/>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Energy Spotlight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491" name="Google Shape;491;p103"/>
          <p:cNvSpPr txBox="1"/>
          <p:nvPr/>
        </p:nvSpPr>
        <p:spPr>
          <a:xfrm>
            <a:off x="5459350" y="1380150"/>
            <a:ext cx="3394800" cy="27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000">
                <a:latin typeface="Helvetica Neue"/>
                <a:ea typeface="Helvetica Neue"/>
                <a:cs typeface="Helvetica Neue"/>
                <a:sym typeface="Helvetica Neue"/>
              </a:rPr>
              <a:t>Event:</a:t>
            </a:r>
            <a:r>
              <a:rPr lang="en" sz="1000">
                <a:latin typeface="Helvetica Neue"/>
                <a:ea typeface="Helvetica Neue"/>
                <a:cs typeface="Helvetica Neue"/>
                <a:sym typeface="Helvetica Neue"/>
              </a:rPr>
              <a:t> </a:t>
            </a:r>
            <a:r>
              <a:rPr lang="en" sz="1000">
                <a:solidFill>
                  <a:srgbClr val="188038"/>
                </a:solidFill>
                <a:latin typeface="Helvetica Neue"/>
                <a:ea typeface="Helvetica Neue"/>
                <a:cs typeface="Helvetica Neue"/>
                <a:sym typeface="Helvetica Neue"/>
              </a:rPr>
              <a:t>CTA Clicks</a:t>
            </a:r>
            <a:r>
              <a:rPr lang="en" sz="1000">
                <a:latin typeface="Helvetica Neue"/>
                <a:ea typeface="Helvetica Neue"/>
                <a:cs typeface="Helvetica Neue"/>
                <a:sym typeface="Helvetica Neue"/>
              </a:rPr>
              <a:t> (event1)</a:t>
            </a:r>
            <a:endParaRPr sz="1000">
              <a:latin typeface="Helvetica Neue"/>
              <a:ea typeface="Helvetica Neue"/>
              <a:cs typeface="Helvetica Neue"/>
              <a:sym typeface="Helvetica Neue"/>
            </a:endParaRPr>
          </a:p>
          <a:p>
            <a:pPr indent="-292100" lvl="0" marL="457200" rtl="0" algn="l">
              <a:lnSpc>
                <a:spcPct val="115000"/>
              </a:lnSpc>
              <a:spcBef>
                <a:spcPts val="1200"/>
              </a:spcBef>
              <a:spcAft>
                <a:spcPts val="0"/>
              </a:spcAft>
              <a:buSzPts val="1000"/>
              <a:buChar char="●"/>
            </a:pPr>
            <a:r>
              <a:rPr lang="en" sz="1000">
                <a:latin typeface="Helvetica Neue"/>
                <a:ea typeface="Helvetica Neue"/>
                <a:cs typeface="Helvetica Neue"/>
                <a:sym typeface="Helvetica Neue"/>
              </a:rPr>
              <a:t>Prop 1 (Timestamp): </a:t>
            </a:r>
            <a:r>
              <a:rPr lang="en" sz="1000">
                <a:solidFill>
                  <a:srgbClr val="188038"/>
                </a:solidFill>
                <a:latin typeface="Helvetica Neue"/>
                <a:ea typeface="Helvetica Neue"/>
                <a:cs typeface="Helvetica Neue"/>
                <a:sym typeface="Helvetica Neue"/>
              </a:rPr>
              <a:t>&lt;Timestamp MM/DD/YYYY format&gt;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 (Domain): </a:t>
            </a:r>
            <a:r>
              <a:rPr lang="en" sz="1000">
                <a:solidFill>
                  <a:srgbClr val="188038"/>
                </a:solidFill>
                <a:latin typeface="Helvetica Neue"/>
                <a:ea typeface="Helvetica Neue"/>
                <a:cs typeface="Helvetica Neue"/>
                <a:sym typeface="Helvetica Neue"/>
              </a:rPr>
              <a:t>&lt;website domain&gt;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Clr>
                <a:srgbClr val="188038"/>
              </a:buClr>
              <a:buSzPts val="1000"/>
              <a:buFont typeface="Helvetica Neue"/>
              <a:buChar char="●"/>
            </a:pPr>
            <a:r>
              <a:rPr lang="en" sz="1000">
                <a:latin typeface="Helvetica Neue"/>
                <a:ea typeface="Helvetica Neue"/>
                <a:cs typeface="Helvetica Neue"/>
                <a:sym typeface="Helvetica Neue"/>
              </a:rPr>
              <a:t>eVar2 (Previous Page): </a:t>
            </a:r>
            <a:r>
              <a:rPr lang="en" sz="1000">
                <a:solidFill>
                  <a:srgbClr val="188038"/>
                </a:solidFill>
                <a:latin typeface="Helvetica Neue"/>
                <a:ea typeface="Helvetica Neue"/>
                <a:cs typeface="Helvetica Neue"/>
                <a:sym typeface="Helvetica Neue"/>
              </a:rPr>
              <a:t>&lt;previous page&gt;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 (Page name):  </a:t>
            </a:r>
            <a:r>
              <a:rPr lang="en" sz="1000">
                <a:solidFill>
                  <a:srgbClr val="188038"/>
                </a:solidFill>
                <a:latin typeface="Helvetica Neue"/>
                <a:ea typeface="Helvetica Neue"/>
                <a:cs typeface="Helvetica Neue"/>
                <a:sym typeface="Helvetica Neue"/>
              </a:rPr>
              <a:t>"Energy Spotlight"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eVar4 (Site Section): </a:t>
            </a:r>
            <a:r>
              <a:rPr lang="en" sz="1000">
                <a:solidFill>
                  <a:srgbClr val="188038"/>
                </a:solidFill>
                <a:latin typeface="Helvetica Neue"/>
                <a:ea typeface="Helvetica Neue"/>
                <a:cs typeface="Helvetica Neue"/>
                <a:sym typeface="Helvetica Neue"/>
              </a:rPr>
              <a:t>"Energy Stories"</a:t>
            </a:r>
            <a:endParaRPr sz="1000">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eVar10 (Page Type): </a:t>
            </a:r>
            <a:r>
              <a:rPr lang="en" sz="1000">
                <a:solidFill>
                  <a:srgbClr val="188038"/>
                </a:solidFill>
                <a:latin typeface="Helvetica Neue"/>
                <a:ea typeface="Helvetica Neue"/>
                <a:cs typeface="Helvetica Neue"/>
                <a:sym typeface="Helvetica Neue"/>
              </a:rPr>
              <a:t>"Full Website"</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eVar12 (CTA Button): </a:t>
            </a:r>
            <a:r>
              <a:rPr lang="en" sz="1000">
                <a:solidFill>
                  <a:srgbClr val="188038"/>
                </a:solidFill>
                <a:latin typeface="Helvetica Neue"/>
                <a:ea typeface="Helvetica Neue"/>
                <a:cs typeface="Helvetica Neue"/>
                <a:sym typeface="Helvetica Neue"/>
              </a:rPr>
              <a:t>&lt;CTA button name/action&gt;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eVar15 (Page URL): </a:t>
            </a:r>
            <a:r>
              <a:rPr lang="en" sz="1000">
                <a:solidFill>
                  <a:srgbClr val="188038"/>
                </a:solidFill>
                <a:latin typeface="Helvetica Neue"/>
                <a:ea typeface="Helvetica Neue"/>
                <a:cs typeface="Helvetica Neue"/>
                <a:sym typeface="Helvetica Neue"/>
              </a:rPr>
              <a:t>&lt;Page URL&gt;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eVar28 (Page Section): </a:t>
            </a:r>
            <a:r>
              <a:rPr lang="en" sz="1000">
                <a:solidFill>
                  <a:srgbClr val="188038"/>
                </a:solidFill>
                <a:latin typeface="Helvetica Neue"/>
                <a:ea typeface="Helvetica Neue"/>
                <a:cs typeface="Helvetica Neue"/>
                <a:sym typeface="Helvetica Neue"/>
              </a:rPr>
              <a:t>"Fact Card Video Large"</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eVar31 (Clean Page URL): </a:t>
            </a:r>
            <a:r>
              <a:rPr lang="en" sz="1000">
                <a:solidFill>
                  <a:srgbClr val="188038"/>
                </a:solidFill>
                <a:latin typeface="Helvetica Neue"/>
                <a:ea typeface="Helvetica Neue"/>
                <a:cs typeface="Helvetica Neue"/>
                <a:sym typeface="Helvetica Neue"/>
              </a:rPr>
              <a:t>&lt;Clean URL of the current page&gt;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eVar36 (Component): </a:t>
            </a:r>
            <a:r>
              <a:rPr lang="en" sz="1000">
                <a:solidFill>
                  <a:srgbClr val="188038"/>
                </a:solidFill>
                <a:latin typeface="Helvetica Neue"/>
                <a:ea typeface="Helvetica Neue"/>
                <a:cs typeface="Helvetica Neue"/>
                <a:sym typeface="Helvetica Neue"/>
              </a:rPr>
              <a:t>&lt;C40&gt;</a:t>
            </a:r>
            <a:endParaRPr/>
          </a:p>
        </p:txBody>
      </p:sp>
      <p:sp>
        <p:nvSpPr>
          <p:cNvPr id="492" name="Google Shape;492;p103"/>
          <p:cNvSpPr/>
          <p:nvPr/>
        </p:nvSpPr>
        <p:spPr>
          <a:xfrm>
            <a:off x="4667175" y="3299250"/>
            <a:ext cx="358200" cy="3174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DDDD"/>
        </a:solidFill>
      </p:bgPr>
    </p:bg>
    <p:spTree>
      <p:nvGrpSpPr>
        <p:cNvPr id="496" name="Shape 496"/>
        <p:cNvGrpSpPr/>
        <p:nvPr/>
      </p:nvGrpSpPr>
      <p:grpSpPr>
        <a:xfrm>
          <a:off x="0" y="0"/>
          <a:ext cx="0" cy="0"/>
          <a:chOff x="0" y="0"/>
          <a:chExt cx="0" cy="0"/>
        </a:xfrm>
      </p:grpSpPr>
      <p:pic>
        <p:nvPicPr>
          <p:cNvPr id="497" name="Google Shape;497;p104"/>
          <p:cNvPicPr preferRelativeResize="0"/>
          <p:nvPr/>
        </p:nvPicPr>
        <p:blipFill>
          <a:blip r:embed="rId3">
            <a:alphaModFix/>
          </a:blip>
          <a:stretch>
            <a:fillRect/>
          </a:stretch>
        </p:blipFill>
        <p:spPr>
          <a:xfrm>
            <a:off x="149050" y="1852713"/>
            <a:ext cx="4994449" cy="1848480"/>
          </a:xfrm>
          <a:prstGeom prst="rect">
            <a:avLst/>
          </a:prstGeom>
          <a:noFill/>
          <a:ln>
            <a:noFill/>
          </a:ln>
        </p:spPr>
      </p:pic>
      <p:sp>
        <p:nvSpPr>
          <p:cNvPr id="498" name="Google Shape;498;p104"/>
          <p:cNvSpPr txBox="1"/>
          <p:nvPr/>
        </p:nvSpPr>
        <p:spPr>
          <a:xfrm>
            <a:off x="335925" y="413025"/>
            <a:ext cx="7181700" cy="7338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3000">
                <a:solidFill>
                  <a:srgbClr val="016161"/>
                </a:solidFill>
                <a:latin typeface="Helvetica Neue"/>
                <a:ea typeface="Helvetica Neue"/>
                <a:cs typeface="Helvetica Neue"/>
                <a:sym typeface="Helvetica Neue"/>
              </a:rPr>
              <a:t>Energy Spotlight | C-40</a:t>
            </a:r>
            <a:endParaRPr b="1" sz="3000">
              <a:solidFill>
                <a:srgbClr val="016161"/>
              </a:solidFill>
              <a:latin typeface="Helvetica Neue"/>
              <a:ea typeface="Helvetica Neue"/>
              <a:cs typeface="Helvetica Neue"/>
              <a:sym typeface="Helvetica Neue"/>
            </a:endParaRPr>
          </a:p>
          <a:p>
            <a:pPr indent="0" lvl="0" marL="0" rtl="0" algn="l">
              <a:lnSpc>
                <a:spcPct val="80000"/>
              </a:lnSpc>
              <a:spcBef>
                <a:spcPts val="0"/>
              </a:spcBef>
              <a:spcAft>
                <a:spcPts val="0"/>
              </a:spcAft>
              <a:buNone/>
            </a:pPr>
            <a:r>
              <a:rPr lang="en" sz="1900">
                <a:solidFill>
                  <a:srgbClr val="016161"/>
                </a:solidFill>
                <a:latin typeface="Helvetica Neue"/>
                <a:ea typeface="Helvetica Neue"/>
                <a:cs typeface="Helvetica Neue"/>
                <a:sym typeface="Helvetica Neue"/>
              </a:rPr>
              <a:t>Fact Cards - Video Large</a:t>
            </a:r>
            <a:r>
              <a:rPr lang="en" sz="1900">
                <a:solidFill>
                  <a:srgbClr val="016161"/>
                </a:solidFill>
                <a:latin typeface="Helvetica Neue"/>
                <a:ea typeface="Helvetica Neue"/>
                <a:cs typeface="Helvetica Neue"/>
                <a:sym typeface="Helvetica Neue"/>
              </a:rPr>
              <a:t> | DataLayer Push</a:t>
            </a:r>
            <a:endParaRPr sz="1900">
              <a:solidFill>
                <a:srgbClr val="4285F4"/>
              </a:solidFill>
              <a:latin typeface="Google Sans"/>
              <a:ea typeface="Google Sans"/>
              <a:cs typeface="Google Sans"/>
              <a:sym typeface="Google Sans"/>
            </a:endParaRPr>
          </a:p>
        </p:txBody>
      </p:sp>
      <p:sp>
        <p:nvSpPr>
          <p:cNvPr id="499" name="Google Shape;499;p104"/>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Energy Spotlight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500" name="Google Shape;500;p104"/>
          <p:cNvSpPr/>
          <p:nvPr/>
        </p:nvSpPr>
        <p:spPr>
          <a:xfrm>
            <a:off x="4667175" y="3299250"/>
            <a:ext cx="358200" cy="3174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501" name="Google Shape;501;p104"/>
          <p:cNvSpPr txBox="1"/>
          <p:nvPr/>
        </p:nvSpPr>
        <p:spPr>
          <a:xfrm>
            <a:off x="5444850" y="1335475"/>
            <a:ext cx="3611700" cy="2818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0070C0"/>
                </a:solidFill>
                <a:latin typeface="Helvetica Neue"/>
                <a:ea typeface="Helvetica Neue"/>
                <a:cs typeface="Helvetica Neue"/>
                <a:sym typeface="Helvetica Neue"/>
              </a:rPr>
              <a:t>var</a:t>
            </a:r>
            <a:r>
              <a:rPr lang="en" sz="1000">
                <a:latin typeface="Helvetica Neue"/>
                <a:ea typeface="Helvetica Neue"/>
                <a:cs typeface="Helvetica Neue"/>
                <a:sym typeface="Helvetica Neue"/>
              </a:rPr>
              <a:t> </a:t>
            </a: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 = </a:t>
            </a: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 || [];</a:t>
            </a:r>
            <a:endParaRPr sz="1000">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.push({</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event: </a:t>
            </a:r>
            <a:r>
              <a:rPr lang="en" sz="1000">
                <a:solidFill>
                  <a:srgbClr val="00843D"/>
                </a:solidFill>
                <a:latin typeface="Helvetica Neue"/>
                <a:ea typeface="Helvetica Neue"/>
                <a:cs typeface="Helvetica Neue"/>
                <a:sym typeface="Helvetica Neue"/>
              </a:rPr>
              <a:t>"CTA Clicks"</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userInteraction: {</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timestamp: </a:t>
            </a:r>
            <a:r>
              <a:rPr lang="en" sz="1000">
                <a:solidFill>
                  <a:srgbClr val="188038"/>
                </a:solidFill>
                <a:latin typeface="Helvetica Neue"/>
                <a:ea typeface="Helvetica Neue"/>
                <a:cs typeface="Helvetica Neue"/>
                <a:sym typeface="Helvetica Neue"/>
              </a:rPr>
              <a:t>&lt;Timestamp MM/DD/YYYY format&gt;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domain: </a:t>
            </a:r>
            <a:r>
              <a:rPr lang="en" sz="1000">
                <a:solidFill>
                  <a:srgbClr val="188038"/>
                </a:solidFill>
                <a:latin typeface="Helvetica Neue"/>
                <a:ea typeface="Helvetica Neue"/>
                <a:cs typeface="Helvetica Neue"/>
                <a:sym typeface="Helvetica Neue"/>
              </a:rPr>
              <a:t>&lt;website domain&gt;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previousPage: </a:t>
            </a:r>
            <a:r>
              <a:rPr lang="en" sz="1000">
                <a:solidFill>
                  <a:srgbClr val="188038"/>
                </a:solidFill>
                <a:latin typeface="Helvetica Neue"/>
                <a:ea typeface="Helvetica Neue"/>
                <a:cs typeface="Helvetica Neue"/>
                <a:sym typeface="Helvetica Neue"/>
              </a:rPr>
              <a:t>&lt;previous page&gt;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pageName: </a:t>
            </a:r>
            <a:r>
              <a:rPr lang="en" sz="1000">
                <a:solidFill>
                  <a:srgbClr val="188038"/>
                </a:solidFill>
                <a:latin typeface="Helvetica Neue"/>
                <a:ea typeface="Helvetica Neue"/>
                <a:cs typeface="Helvetica Neue"/>
                <a:sym typeface="Helvetica Neue"/>
              </a:rPr>
              <a:t>"Energy Spotlight"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siteSection: </a:t>
            </a:r>
            <a:r>
              <a:rPr lang="en" sz="1000">
                <a:solidFill>
                  <a:srgbClr val="188038"/>
                </a:solidFill>
                <a:latin typeface="Helvetica Neue"/>
                <a:ea typeface="Helvetica Neue"/>
                <a:cs typeface="Helvetica Neue"/>
                <a:sym typeface="Helvetica Neue"/>
              </a:rPr>
              <a:t>"Energy Stories"</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pageType: </a:t>
            </a:r>
            <a:r>
              <a:rPr lang="en" sz="1000">
                <a:solidFill>
                  <a:srgbClr val="188038"/>
                </a:solidFill>
                <a:latin typeface="Helvetica Neue"/>
                <a:ea typeface="Helvetica Neue"/>
                <a:cs typeface="Helvetica Neue"/>
                <a:sym typeface="Helvetica Neue"/>
              </a:rPr>
              <a:t>"Full Website"</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ctaButton: </a:t>
            </a:r>
            <a:r>
              <a:rPr lang="en" sz="1000">
                <a:solidFill>
                  <a:srgbClr val="188038"/>
                </a:solidFill>
                <a:latin typeface="Helvetica Neue"/>
                <a:ea typeface="Helvetica Neue"/>
                <a:cs typeface="Helvetica Neue"/>
                <a:sym typeface="Helvetica Neue"/>
              </a:rPr>
              <a:t>&lt;CTA button name/action&gt;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pageURL: </a:t>
            </a:r>
            <a:r>
              <a:rPr lang="en" sz="1000">
                <a:solidFill>
                  <a:srgbClr val="188038"/>
                </a:solidFill>
                <a:latin typeface="Helvetica Neue"/>
                <a:ea typeface="Helvetica Neue"/>
                <a:cs typeface="Helvetica Neue"/>
                <a:sym typeface="Helvetica Neue"/>
              </a:rPr>
              <a:t>&lt;Page URL&gt;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pageSection: </a:t>
            </a:r>
            <a:r>
              <a:rPr lang="en" sz="1000">
                <a:solidFill>
                  <a:srgbClr val="188038"/>
                </a:solidFill>
                <a:latin typeface="Helvetica Neue"/>
                <a:ea typeface="Helvetica Neue"/>
                <a:cs typeface="Helvetica Neue"/>
                <a:sym typeface="Helvetica Neue"/>
              </a:rPr>
              <a:t>"Fact Card Video Large"</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cleanPageURL: </a:t>
            </a:r>
            <a:r>
              <a:rPr lang="en" sz="1000">
                <a:solidFill>
                  <a:srgbClr val="188038"/>
                </a:solidFill>
                <a:latin typeface="Helvetica Neue"/>
                <a:ea typeface="Helvetica Neue"/>
                <a:cs typeface="Helvetica Neue"/>
                <a:sym typeface="Helvetica Neue"/>
              </a:rPr>
              <a:t>&lt;Clean URL of the current page&gt;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component: </a:t>
            </a:r>
            <a:r>
              <a:rPr lang="en" sz="1000">
                <a:solidFill>
                  <a:srgbClr val="188038"/>
                </a:solidFill>
                <a:latin typeface="Helvetica Neue"/>
                <a:ea typeface="Helvetica Neue"/>
                <a:cs typeface="Helvetica Neue"/>
                <a:sym typeface="Helvetica Neue"/>
              </a:rPr>
              <a:t>&lt;C40&gt;</a:t>
            </a:r>
            <a:endParaRPr sz="1000">
              <a:solidFill>
                <a:srgbClr val="188038"/>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FEF"/>
        </a:solidFill>
      </p:bgPr>
    </p:bg>
    <p:spTree>
      <p:nvGrpSpPr>
        <p:cNvPr id="505" name="Shape 505"/>
        <p:cNvGrpSpPr/>
        <p:nvPr/>
      </p:nvGrpSpPr>
      <p:grpSpPr>
        <a:xfrm>
          <a:off x="0" y="0"/>
          <a:ext cx="0" cy="0"/>
          <a:chOff x="0" y="0"/>
          <a:chExt cx="0" cy="0"/>
        </a:xfrm>
      </p:grpSpPr>
      <p:pic>
        <p:nvPicPr>
          <p:cNvPr id="506" name="Google Shape;506;p105"/>
          <p:cNvPicPr preferRelativeResize="0"/>
          <p:nvPr/>
        </p:nvPicPr>
        <p:blipFill>
          <a:blip r:embed="rId3">
            <a:alphaModFix/>
          </a:blip>
          <a:stretch>
            <a:fillRect/>
          </a:stretch>
        </p:blipFill>
        <p:spPr>
          <a:xfrm>
            <a:off x="1242730" y="1620708"/>
            <a:ext cx="2813801" cy="2135479"/>
          </a:xfrm>
          <a:prstGeom prst="rect">
            <a:avLst/>
          </a:prstGeom>
          <a:noFill/>
          <a:ln>
            <a:noFill/>
          </a:ln>
        </p:spPr>
      </p:pic>
      <p:sp>
        <p:nvSpPr>
          <p:cNvPr id="507" name="Google Shape;507;p105"/>
          <p:cNvSpPr txBox="1"/>
          <p:nvPr/>
        </p:nvSpPr>
        <p:spPr>
          <a:xfrm>
            <a:off x="335925" y="413025"/>
            <a:ext cx="7181700" cy="7338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3000">
                <a:solidFill>
                  <a:srgbClr val="016161"/>
                </a:solidFill>
                <a:latin typeface="Helvetica Neue"/>
                <a:ea typeface="Helvetica Neue"/>
                <a:cs typeface="Helvetica Neue"/>
                <a:sym typeface="Helvetica Neue"/>
              </a:rPr>
              <a:t>Energy Spotlight</a:t>
            </a:r>
            <a:r>
              <a:rPr b="1" lang="en" sz="3000">
                <a:solidFill>
                  <a:srgbClr val="016161"/>
                </a:solidFill>
                <a:latin typeface="Helvetica Neue"/>
                <a:ea typeface="Helvetica Neue"/>
                <a:cs typeface="Helvetica Neue"/>
                <a:sym typeface="Helvetica Neue"/>
              </a:rPr>
              <a:t> | C-40</a:t>
            </a:r>
            <a:endParaRPr b="1" sz="3000">
              <a:solidFill>
                <a:srgbClr val="016161"/>
              </a:solidFill>
              <a:latin typeface="Helvetica Neue"/>
              <a:ea typeface="Helvetica Neue"/>
              <a:cs typeface="Helvetica Neue"/>
              <a:sym typeface="Helvetica Neue"/>
            </a:endParaRPr>
          </a:p>
          <a:p>
            <a:pPr indent="0" lvl="0" marL="0" rtl="0" algn="l">
              <a:lnSpc>
                <a:spcPct val="80000"/>
              </a:lnSpc>
              <a:spcBef>
                <a:spcPts val="0"/>
              </a:spcBef>
              <a:spcAft>
                <a:spcPts val="0"/>
              </a:spcAft>
              <a:buNone/>
            </a:pPr>
            <a:r>
              <a:rPr lang="en" sz="1900">
                <a:solidFill>
                  <a:srgbClr val="016161"/>
                </a:solidFill>
                <a:latin typeface="Helvetica Neue"/>
                <a:ea typeface="Helvetica Neue"/>
                <a:cs typeface="Helvetica Neue"/>
                <a:sym typeface="Helvetica Neue"/>
              </a:rPr>
              <a:t>Fact Cards - Image Small</a:t>
            </a:r>
            <a:endParaRPr sz="1900">
              <a:solidFill>
                <a:srgbClr val="4285F4"/>
              </a:solidFill>
              <a:latin typeface="Google Sans"/>
              <a:ea typeface="Google Sans"/>
              <a:cs typeface="Google Sans"/>
              <a:sym typeface="Google Sans"/>
            </a:endParaRPr>
          </a:p>
        </p:txBody>
      </p:sp>
      <p:sp>
        <p:nvSpPr>
          <p:cNvPr id="508" name="Google Shape;508;p105"/>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Energy Spotlight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509" name="Google Shape;509;p105"/>
          <p:cNvSpPr txBox="1"/>
          <p:nvPr/>
        </p:nvSpPr>
        <p:spPr>
          <a:xfrm>
            <a:off x="5459350" y="1380150"/>
            <a:ext cx="3394800" cy="27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000">
                <a:latin typeface="Helvetica Neue"/>
                <a:ea typeface="Helvetica Neue"/>
                <a:cs typeface="Helvetica Neue"/>
                <a:sym typeface="Helvetica Neue"/>
              </a:rPr>
              <a:t>Event:</a:t>
            </a:r>
            <a:r>
              <a:rPr lang="en" sz="1000">
                <a:latin typeface="Helvetica Neue"/>
                <a:ea typeface="Helvetica Neue"/>
                <a:cs typeface="Helvetica Neue"/>
                <a:sym typeface="Helvetica Neue"/>
              </a:rPr>
              <a:t> </a:t>
            </a:r>
            <a:r>
              <a:rPr lang="en" sz="1000">
                <a:solidFill>
                  <a:srgbClr val="188038"/>
                </a:solidFill>
                <a:latin typeface="Helvetica Neue"/>
                <a:ea typeface="Helvetica Neue"/>
                <a:cs typeface="Helvetica Neue"/>
                <a:sym typeface="Helvetica Neue"/>
              </a:rPr>
              <a:t>CTA Clicks</a:t>
            </a:r>
            <a:r>
              <a:rPr lang="en" sz="1000">
                <a:latin typeface="Helvetica Neue"/>
                <a:ea typeface="Helvetica Neue"/>
                <a:cs typeface="Helvetica Neue"/>
                <a:sym typeface="Helvetica Neue"/>
              </a:rPr>
              <a:t> (event1)</a:t>
            </a:r>
            <a:endParaRPr sz="1000">
              <a:latin typeface="Helvetica Neue"/>
              <a:ea typeface="Helvetica Neue"/>
              <a:cs typeface="Helvetica Neue"/>
              <a:sym typeface="Helvetica Neue"/>
            </a:endParaRPr>
          </a:p>
          <a:p>
            <a:pPr indent="-292100" lvl="0" marL="457200" rtl="0" algn="l">
              <a:lnSpc>
                <a:spcPct val="115000"/>
              </a:lnSpc>
              <a:spcBef>
                <a:spcPts val="1200"/>
              </a:spcBef>
              <a:spcAft>
                <a:spcPts val="0"/>
              </a:spcAft>
              <a:buSzPts val="1000"/>
              <a:buChar char="●"/>
            </a:pPr>
            <a:r>
              <a:rPr lang="en" sz="1000">
                <a:latin typeface="Helvetica Neue"/>
                <a:ea typeface="Helvetica Neue"/>
                <a:cs typeface="Helvetica Neue"/>
                <a:sym typeface="Helvetica Neue"/>
              </a:rPr>
              <a:t>Prop 1 (Timestamp): </a:t>
            </a:r>
            <a:r>
              <a:rPr lang="en" sz="1000">
                <a:solidFill>
                  <a:srgbClr val="188038"/>
                </a:solidFill>
                <a:latin typeface="Helvetica Neue"/>
                <a:ea typeface="Helvetica Neue"/>
                <a:cs typeface="Helvetica Neue"/>
                <a:sym typeface="Helvetica Neue"/>
              </a:rPr>
              <a:t>&lt;Timestamp MM/DD/YYYY format&gt;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 (Domain): </a:t>
            </a:r>
            <a:r>
              <a:rPr lang="en" sz="1000">
                <a:solidFill>
                  <a:srgbClr val="188038"/>
                </a:solidFill>
                <a:latin typeface="Helvetica Neue"/>
                <a:ea typeface="Helvetica Neue"/>
                <a:cs typeface="Helvetica Neue"/>
                <a:sym typeface="Helvetica Neue"/>
              </a:rPr>
              <a:t>&lt;website domain&gt;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Clr>
                <a:srgbClr val="188038"/>
              </a:buClr>
              <a:buSzPts val="1000"/>
              <a:buFont typeface="Helvetica Neue"/>
              <a:buChar char="●"/>
            </a:pPr>
            <a:r>
              <a:rPr lang="en" sz="1000">
                <a:latin typeface="Helvetica Neue"/>
                <a:ea typeface="Helvetica Neue"/>
                <a:cs typeface="Helvetica Neue"/>
                <a:sym typeface="Helvetica Neue"/>
              </a:rPr>
              <a:t>eVar2 (Previous Page): </a:t>
            </a:r>
            <a:r>
              <a:rPr lang="en" sz="1000">
                <a:solidFill>
                  <a:srgbClr val="188038"/>
                </a:solidFill>
                <a:latin typeface="Helvetica Neue"/>
                <a:ea typeface="Helvetica Neue"/>
                <a:cs typeface="Helvetica Neue"/>
                <a:sym typeface="Helvetica Neue"/>
              </a:rPr>
              <a:t>&lt;previous page&gt;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 (Page name):  </a:t>
            </a:r>
            <a:r>
              <a:rPr lang="en" sz="1000">
                <a:solidFill>
                  <a:srgbClr val="188038"/>
                </a:solidFill>
                <a:latin typeface="Helvetica Neue"/>
                <a:ea typeface="Helvetica Neue"/>
                <a:cs typeface="Helvetica Neue"/>
                <a:sym typeface="Helvetica Neue"/>
              </a:rPr>
              <a:t>"Energy Spotlight"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eVar4 (Site Section): </a:t>
            </a:r>
            <a:r>
              <a:rPr lang="en" sz="1000">
                <a:solidFill>
                  <a:srgbClr val="188038"/>
                </a:solidFill>
                <a:latin typeface="Helvetica Neue"/>
                <a:ea typeface="Helvetica Neue"/>
                <a:cs typeface="Helvetica Neue"/>
                <a:sym typeface="Helvetica Neue"/>
              </a:rPr>
              <a:t>"Energy Stories"</a:t>
            </a:r>
            <a:endParaRPr sz="1000">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eVar10 (Page Type): </a:t>
            </a:r>
            <a:r>
              <a:rPr lang="en" sz="1000">
                <a:solidFill>
                  <a:srgbClr val="188038"/>
                </a:solidFill>
                <a:latin typeface="Helvetica Neue"/>
                <a:ea typeface="Helvetica Neue"/>
                <a:cs typeface="Helvetica Neue"/>
                <a:sym typeface="Helvetica Neue"/>
              </a:rPr>
              <a:t>"Full Website"</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eVar12 (CTA Button): </a:t>
            </a:r>
            <a:r>
              <a:rPr lang="en" sz="1000">
                <a:solidFill>
                  <a:srgbClr val="188038"/>
                </a:solidFill>
                <a:latin typeface="Helvetica Neue"/>
                <a:ea typeface="Helvetica Neue"/>
                <a:cs typeface="Helvetica Neue"/>
                <a:sym typeface="Helvetica Neue"/>
              </a:rPr>
              <a:t>&lt;CTA button name/action&gt;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eVar15 (Page URL): </a:t>
            </a:r>
            <a:r>
              <a:rPr lang="en" sz="1000">
                <a:solidFill>
                  <a:srgbClr val="188038"/>
                </a:solidFill>
                <a:latin typeface="Helvetica Neue"/>
                <a:ea typeface="Helvetica Neue"/>
                <a:cs typeface="Helvetica Neue"/>
                <a:sym typeface="Helvetica Neue"/>
              </a:rPr>
              <a:t>&lt;Page URL&gt;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eVar28 (Page Section): </a:t>
            </a:r>
            <a:r>
              <a:rPr lang="en" sz="1000">
                <a:solidFill>
                  <a:srgbClr val="188038"/>
                </a:solidFill>
                <a:latin typeface="Helvetica Neue"/>
                <a:ea typeface="Helvetica Neue"/>
                <a:cs typeface="Helvetica Neue"/>
                <a:sym typeface="Helvetica Neue"/>
              </a:rPr>
              <a:t>"Fact Card Image Small"</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eVar31 (Clean Page URL): </a:t>
            </a:r>
            <a:r>
              <a:rPr lang="en" sz="1000">
                <a:solidFill>
                  <a:srgbClr val="188038"/>
                </a:solidFill>
                <a:latin typeface="Helvetica Neue"/>
                <a:ea typeface="Helvetica Neue"/>
                <a:cs typeface="Helvetica Neue"/>
                <a:sym typeface="Helvetica Neue"/>
              </a:rPr>
              <a:t>&lt;Clean URL of the current page&gt;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eVar36 (Component): </a:t>
            </a:r>
            <a:r>
              <a:rPr lang="en" sz="1000">
                <a:solidFill>
                  <a:srgbClr val="188038"/>
                </a:solidFill>
                <a:latin typeface="Helvetica Neue"/>
                <a:ea typeface="Helvetica Neue"/>
                <a:cs typeface="Helvetica Neue"/>
                <a:sym typeface="Helvetica Neue"/>
              </a:rPr>
              <a:t>&lt;</a:t>
            </a:r>
            <a:r>
              <a:rPr lang="en" sz="1000">
                <a:solidFill>
                  <a:srgbClr val="188038"/>
                </a:solidFill>
                <a:latin typeface="Helvetica Neue"/>
                <a:ea typeface="Helvetica Neue"/>
                <a:cs typeface="Helvetica Neue"/>
                <a:sym typeface="Helvetica Neue"/>
              </a:rPr>
              <a:t>C40</a:t>
            </a:r>
            <a:r>
              <a:rPr lang="en" sz="1000">
                <a:solidFill>
                  <a:srgbClr val="188038"/>
                </a:solidFill>
                <a:latin typeface="Helvetica Neue"/>
                <a:ea typeface="Helvetica Neue"/>
                <a:cs typeface="Helvetica Neue"/>
                <a:sym typeface="Helvetica Neue"/>
              </a:rPr>
              <a:t>&gt;</a:t>
            </a:r>
            <a:endParaRPr/>
          </a:p>
        </p:txBody>
      </p:sp>
      <p:sp>
        <p:nvSpPr>
          <p:cNvPr id="510" name="Google Shape;510;p105"/>
          <p:cNvSpPr/>
          <p:nvPr/>
        </p:nvSpPr>
        <p:spPr>
          <a:xfrm>
            <a:off x="3494575" y="3319500"/>
            <a:ext cx="455400" cy="3174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DDDD"/>
        </a:solidFill>
      </p:bgPr>
    </p:bg>
    <p:spTree>
      <p:nvGrpSpPr>
        <p:cNvPr id="514" name="Shape 514"/>
        <p:cNvGrpSpPr/>
        <p:nvPr/>
      </p:nvGrpSpPr>
      <p:grpSpPr>
        <a:xfrm>
          <a:off x="0" y="0"/>
          <a:ext cx="0" cy="0"/>
          <a:chOff x="0" y="0"/>
          <a:chExt cx="0" cy="0"/>
        </a:xfrm>
      </p:grpSpPr>
      <p:pic>
        <p:nvPicPr>
          <p:cNvPr id="515" name="Google Shape;515;p106"/>
          <p:cNvPicPr preferRelativeResize="0"/>
          <p:nvPr/>
        </p:nvPicPr>
        <p:blipFill>
          <a:blip r:embed="rId3">
            <a:alphaModFix/>
          </a:blip>
          <a:stretch>
            <a:fillRect/>
          </a:stretch>
        </p:blipFill>
        <p:spPr>
          <a:xfrm>
            <a:off x="1242730" y="1620708"/>
            <a:ext cx="2813801" cy="2135479"/>
          </a:xfrm>
          <a:prstGeom prst="rect">
            <a:avLst/>
          </a:prstGeom>
          <a:noFill/>
          <a:ln>
            <a:noFill/>
          </a:ln>
        </p:spPr>
      </p:pic>
      <p:sp>
        <p:nvSpPr>
          <p:cNvPr id="516" name="Google Shape;516;p106"/>
          <p:cNvSpPr txBox="1"/>
          <p:nvPr/>
        </p:nvSpPr>
        <p:spPr>
          <a:xfrm>
            <a:off x="335925" y="413025"/>
            <a:ext cx="7181700" cy="7338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3000">
                <a:solidFill>
                  <a:srgbClr val="016161"/>
                </a:solidFill>
                <a:latin typeface="Helvetica Neue"/>
                <a:ea typeface="Helvetica Neue"/>
                <a:cs typeface="Helvetica Neue"/>
                <a:sym typeface="Helvetica Neue"/>
              </a:rPr>
              <a:t>Energy Spotlight | C-40</a:t>
            </a:r>
            <a:endParaRPr b="1" sz="3000">
              <a:solidFill>
                <a:srgbClr val="016161"/>
              </a:solidFill>
              <a:latin typeface="Helvetica Neue"/>
              <a:ea typeface="Helvetica Neue"/>
              <a:cs typeface="Helvetica Neue"/>
              <a:sym typeface="Helvetica Neue"/>
            </a:endParaRPr>
          </a:p>
          <a:p>
            <a:pPr indent="0" lvl="0" marL="0" rtl="0" algn="l">
              <a:lnSpc>
                <a:spcPct val="80000"/>
              </a:lnSpc>
              <a:spcBef>
                <a:spcPts val="0"/>
              </a:spcBef>
              <a:spcAft>
                <a:spcPts val="0"/>
              </a:spcAft>
              <a:buNone/>
            </a:pPr>
            <a:r>
              <a:rPr lang="en" sz="1900">
                <a:solidFill>
                  <a:srgbClr val="016161"/>
                </a:solidFill>
                <a:latin typeface="Helvetica Neue"/>
                <a:ea typeface="Helvetica Neue"/>
                <a:cs typeface="Helvetica Neue"/>
                <a:sym typeface="Helvetica Neue"/>
              </a:rPr>
              <a:t>Fact Cards - Image Small</a:t>
            </a:r>
            <a:r>
              <a:rPr lang="en" sz="1900">
                <a:solidFill>
                  <a:srgbClr val="016161"/>
                </a:solidFill>
                <a:latin typeface="Helvetica Neue"/>
                <a:ea typeface="Helvetica Neue"/>
                <a:cs typeface="Helvetica Neue"/>
                <a:sym typeface="Helvetica Neue"/>
              </a:rPr>
              <a:t> | DataLayer Push</a:t>
            </a:r>
            <a:endParaRPr sz="1900">
              <a:solidFill>
                <a:srgbClr val="4285F4"/>
              </a:solidFill>
              <a:latin typeface="Google Sans"/>
              <a:ea typeface="Google Sans"/>
              <a:cs typeface="Google Sans"/>
              <a:sym typeface="Google Sans"/>
            </a:endParaRPr>
          </a:p>
        </p:txBody>
      </p:sp>
      <p:sp>
        <p:nvSpPr>
          <p:cNvPr id="517" name="Google Shape;517;p106"/>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Energy Spotlight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518" name="Google Shape;518;p106"/>
          <p:cNvSpPr/>
          <p:nvPr/>
        </p:nvSpPr>
        <p:spPr>
          <a:xfrm>
            <a:off x="3494575" y="3319500"/>
            <a:ext cx="455400" cy="3174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519" name="Google Shape;519;p106"/>
          <p:cNvSpPr txBox="1"/>
          <p:nvPr/>
        </p:nvSpPr>
        <p:spPr>
          <a:xfrm>
            <a:off x="5444850" y="1335475"/>
            <a:ext cx="3611700" cy="2818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0070C0"/>
                </a:solidFill>
                <a:latin typeface="Helvetica Neue"/>
                <a:ea typeface="Helvetica Neue"/>
                <a:cs typeface="Helvetica Neue"/>
                <a:sym typeface="Helvetica Neue"/>
              </a:rPr>
              <a:t>var</a:t>
            </a:r>
            <a:r>
              <a:rPr lang="en" sz="1000">
                <a:latin typeface="Helvetica Neue"/>
                <a:ea typeface="Helvetica Neue"/>
                <a:cs typeface="Helvetica Neue"/>
                <a:sym typeface="Helvetica Neue"/>
              </a:rPr>
              <a:t> </a:t>
            </a: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 = </a:t>
            </a: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 || [];</a:t>
            </a:r>
            <a:endParaRPr sz="1000">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.push({</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event: </a:t>
            </a:r>
            <a:r>
              <a:rPr lang="en" sz="1000">
                <a:solidFill>
                  <a:srgbClr val="00843D"/>
                </a:solidFill>
                <a:latin typeface="Helvetica Neue"/>
                <a:ea typeface="Helvetica Neue"/>
                <a:cs typeface="Helvetica Neue"/>
                <a:sym typeface="Helvetica Neue"/>
              </a:rPr>
              <a:t>"CTA Clicks"</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userInteraction: {</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timestamp: </a:t>
            </a:r>
            <a:r>
              <a:rPr lang="en" sz="1000">
                <a:solidFill>
                  <a:srgbClr val="188038"/>
                </a:solidFill>
                <a:latin typeface="Helvetica Neue"/>
                <a:ea typeface="Helvetica Neue"/>
                <a:cs typeface="Helvetica Neue"/>
                <a:sym typeface="Helvetica Neue"/>
              </a:rPr>
              <a:t>&lt;Timestamp MM/DD/YYYY format&gt;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domain: </a:t>
            </a:r>
            <a:r>
              <a:rPr lang="en" sz="1000">
                <a:solidFill>
                  <a:srgbClr val="188038"/>
                </a:solidFill>
                <a:latin typeface="Helvetica Neue"/>
                <a:ea typeface="Helvetica Neue"/>
                <a:cs typeface="Helvetica Neue"/>
                <a:sym typeface="Helvetica Neue"/>
              </a:rPr>
              <a:t>&lt;website domain&gt;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previousPage: </a:t>
            </a:r>
            <a:r>
              <a:rPr lang="en" sz="1000">
                <a:solidFill>
                  <a:srgbClr val="188038"/>
                </a:solidFill>
                <a:latin typeface="Helvetica Neue"/>
                <a:ea typeface="Helvetica Neue"/>
                <a:cs typeface="Helvetica Neue"/>
                <a:sym typeface="Helvetica Neue"/>
              </a:rPr>
              <a:t>&lt;previous page&gt;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pageName: </a:t>
            </a:r>
            <a:r>
              <a:rPr lang="en" sz="1000">
                <a:solidFill>
                  <a:srgbClr val="188038"/>
                </a:solidFill>
                <a:latin typeface="Helvetica Neue"/>
                <a:ea typeface="Helvetica Neue"/>
                <a:cs typeface="Helvetica Neue"/>
                <a:sym typeface="Helvetica Neue"/>
              </a:rPr>
              <a:t>"Energy Spotlight"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siteSection: </a:t>
            </a:r>
            <a:r>
              <a:rPr lang="en" sz="1000">
                <a:solidFill>
                  <a:srgbClr val="188038"/>
                </a:solidFill>
                <a:latin typeface="Helvetica Neue"/>
                <a:ea typeface="Helvetica Neue"/>
                <a:cs typeface="Helvetica Neue"/>
                <a:sym typeface="Helvetica Neue"/>
              </a:rPr>
              <a:t>"Energy Stories"</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pageType: </a:t>
            </a:r>
            <a:r>
              <a:rPr lang="en" sz="1000">
                <a:solidFill>
                  <a:srgbClr val="188038"/>
                </a:solidFill>
                <a:latin typeface="Helvetica Neue"/>
                <a:ea typeface="Helvetica Neue"/>
                <a:cs typeface="Helvetica Neue"/>
                <a:sym typeface="Helvetica Neue"/>
              </a:rPr>
              <a:t>"Full Website"</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ctaButton: </a:t>
            </a:r>
            <a:r>
              <a:rPr lang="en" sz="1000">
                <a:solidFill>
                  <a:srgbClr val="188038"/>
                </a:solidFill>
                <a:latin typeface="Helvetica Neue"/>
                <a:ea typeface="Helvetica Neue"/>
                <a:cs typeface="Helvetica Neue"/>
                <a:sym typeface="Helvetica Neue"/>
              </a:rPr>
              <a:t>&lt;CTA button name/action&gt;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pageURL: </a:t>
            </a:r>
            <a:r>
              <a:rPr lang="en" sz="1000">
                <a:solidFill>
                  <a:srgbClr val="188038"/>
                </a:solidFill>
                <a:latin typeface="Helvetica Neue"/>
                <a:ea typeface="Helvetica Neue"/>
                <a:cs typeface="Helvetica Neue"/>
                <a:sym typeface="Helvetica Neue"/>
              </a:rPr>
              <a:t>&lt;Page URL&gt;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pageSection: </a:t>
            </a:r>
            <a:r>
              <a:rPr lang="en" sz="1000">
                <a:solidFill>
                  <a:srgbClr val="188038"/>
                </a:solidFill>
                <a:latin typeface="Helvetica Neue"/>
                <a:ea typeface="Helvetica Neue"/>
                <a:cs typeface="Helvetica Neue"/>
                <a:sym typeface="Helvetica Neue"/>
              </a:rPr>
              <a:t>"</a:t>
            </a:r>
            <a:r>
              <a:rPr lang="en" sz="1000">
                <a:solidFill>
                  <a:srgbClr val="188038"/>
                </a:solidFill>
                <a:latin typeface="Helvetica Neue"/>
                <a:ea typeface="Helvetica Neue"/>
                <a:cs typeface="Helvetica Neue"/>
                <a:sym typeface="Helvetica Neue"/>
              </a:rPr>
              <a:t>Fact Card Image Small</a:t>
            </a:r>
            <a:r>
              <a:rPr lang="en" sz="1000">
                <a:solidFill>
                  <a:srgbClr val="188038"/>
                </a:solidFill>
                <a:latin typeface="Helvetica Neue"/>
                <a:ea typeface="Helvetica Neue"/>
                <a:cs typeface="Helvetica Neue"/>
                <a:sym typeface="Helvetica Neue"/>
              </a:rPr>
              <a: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cleanPageURL: </a:t>
            </a:r>
            <a:r>
              <a:rPr lang="en" sz="1000">
                <a:solidFill>
                  <a:srgbClr val="188038"/>
                </a:solidFill>
                <a:latin typeface="Helvetica Neue"/>
                <a:ea typeface="Helvetica Neue"/>
                <a:cs typeface="Helvetica Neue"/>
                <a:sym typeface="Helvetica Neue"/>
              </a:rPr>
              <a:t>&lt;Clean URL of the current page&gt;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component: </a:t>
            </a:r>
            <a:r>
              <a:rPr lang="en" sz="1000">
                <a:solidFill>
                  <a:srgbClr val="188038"/>
                </a:solidFill>
                <a:latin typeface="Helvetica Neue"/>
                <a:ea typeface="Helvetica Neue"/>
                <a:cs typeface="Helvetica Neue"/>
                <a:sym typeface="Helvetica Neue"/>
              </a:rPr>
              <a:t>&lt;C40&gt;</a:t>
            </a:r>
            <a:endParaRPr sz="1000">
              <a:solidFill>
                <a:srgbClr val="188038"/>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FEF"/>
        </a:solidFill>
      </p:bgPr>
    </p:bg>
    <p:spTree>
      <p:nvGrpSpPr>
        <p:cNvPr id="523" name="Shape 523"/>
        <p:cNvGrpSpPr/>
        <p:nvPr/>
      </p:nvGrpSpPr>
      <p:grpSpPr>
        <a:xfrm>
          <a:off x="0" y="0"/>
          <a:ext cx="0" cy="0"/>
          <a:chOff x="0" y="0"/>
          <a:chExt cx="0" cy="0"/>
        </a:xfrm>
      </p:grpSpPr>
      <p:pic>
        <p:nvPicPr>
          <p:cNvPr id="524" name="Google Shape;524;p107"/>
          <p:cNvPicPr preferRelativeResize="0"/>
          <p:nvPr/>
        </p:nvPicPr>
        <p:blipFill rotWithShape="1">
          <a:blip r:embed="rId3">
            <a:alphaModFix/>
          </a:blip>
          <a:srcRect b="0" l="0" r="0" t="1254"/>
          <a:stretch/>
        </p:blipFill>
        <p:spPr>
          <a:xfrm>
            <a:off x="284850" y="1713876"/>
            <a:ext cx="4878351" cy="1798399"/>
          </a:xfrm>
          <a:prstGeom prst="rect">
            <a:avLst/>
          </a:prstGeom>
          <a:noFill/>
          <a:ln>
            <a:noFill/>
          </a:ln>
        </p:spPr>
      </p:pic>
      <p:sp>
        <p:nvSpPr>
          <p:cNvPr id="525" name="Google Shape;525;p107"/>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Energy Spotlight</a:t>
            </a:r>
            <a:r>
              <a:rPr lang="en" sz="900">
                <a:solidFill>
                  <a:srgbClr val="016161"/>
                </a:solidFill>
                <a:latin typeface="Helvetica Neue"/>
                <a:ea typeface="Helvetica Neue"/>
                <a:cs typeface="Helvetica Neue"/>
                <a:sym typeface="Helvetica Neue"/>
              </a:rPr>
              <a:t>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526" name="Google Shape;526;p107"/>
          <p:cNvSpPr txBox="1"/>
          <p:nvPr/>
        </p:nvSpPr>
        <p:spPr>
          <a:xfrm>
            <a:off x="5459350" y="1380150"/>
            <a:ext cx="3394800" cy="27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000">
                <a:latin typeface="Helvetica Neue"/>
                <a:ea typeface="Helvetica Neue"/>
                <a:cs typeface="Helvetica Neue"/>
                <a:sym typeface="Helvetica Neue"/>
              </a:rPr>
              <a:t>Event:</a:t>
            </a:r>
            <a:r>
              <a:rPr lang="en" sz="1000">
                <a:latin typeface="Helvetica Neue"/>
                <a:ea typeface="Helvetica Neue"/>
                <a:cs typeface="Helvetica Neue"/>
                <a:sym typeface="Helvetica Neue"/>
              </a:rPr>
              <a:t> </a:t>
            </a:r>
            <a:r>
              <a:rPr lang="en" sz="1000">
                <a:solidFill>
                  <a:srgbClr val="188038"/>
                </a:solidFill>
                <a:latin typeface="Helvetica Neue"/>
                <a:ea typeface="Helvetica Neue"/>
                <a:cs typeface="Helvetica Neue"/>
                <a:sym typeface="Helvetica Neue"/>
              </a:rPr>
              <a:t>CTA Clicks</a:t>
            </a:r>
            <a:r>
              <a:rPr lang="en" sz="1000">
                <a:latin typeface="Helvetica Neue"/>
                <a:ea typeface="Helvetica Neue"/>
                <a:cs typeface="Helvetica Neue"/>
                <a:sym typeface="Helvetica Neue"/>
              </a:rPr>
              <a:t> (event1)</a:t>
            </a:r>
            <a:endParaRPr sz="1000">
              <a:latin typeface="Helvetica Neue"/>
              <a:ea typeface="Helvetica Neue"/>
              <a:cs typeface="Helvetica Neue"/>
              <a:sym typeface="Helvetica Neue"/>
            </a:endParaRPr>
          </a:p>
          <a:p>
            <a:pPr indent="-292100" lvl="0" marL="457200" rtl="0" algn="l">
              <a:lnSpc>
                <a:spcPct val="115000"/>
              </a:lnSpc>
              <a:spcBef>
                <a:spcPts val="1200"/>
              </a:spcBef>
              <a:spcAft>
                <a:spcPts val="0"/>
              </a:spcAft>
              <a:buSzPts val="1000"/>
              <a:buChar char="●"/>
            </a:pPr>
            <a:r>
              <a:rPr lang="en" sz="1000">
                <a:latin typeface="Helvetica Neue"/>
                <a:ea typeface="Helvetica Neue"/>
                <a:cs typeface="Helvetica Neue"/>
                <a:sym typeface="Helvetica Neue"/>
              </a:rPr>
              <a:t>Prop 1 (Timestamp): </a:t>
            </a:r>
            <a:r>
              <a:rPr lang="en" sz="1000">
                <a:solidFill>
                  <a:srgbClr val="188038"/>
                </a:solidFill>
                <a:latin typeface="Helvetica Neue"/>
                <a:ea typeface="Helvetica Neue"/>
                <a:cs typeface="Helvetica Neue"/>
                <a:sym typeface="Helvetica Neue"/>
              </a:rPr>
              <a:t>&lt;Timestamp MM/DD/YYYY format&gt;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 (Domain): </a:t>
            </a:r>
            <a:r>
              <a:rPr lang="en" sz="1000">
                <a:solidFill>
                  <a:srgbClr val="188038"/>
                </a:solidFill>
                <a:latin typeface="Helvetica Neue"/>
                <a:ea typeface="Helvetica Neue"/>
                <a:cs typeface="Helvetica Neue"/>
                <a:sym typeface="Helvetica Neue"/>
              </a:rPr>
              <a:t>&lt;website domain&gt;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Clr>
                <a:srgbClr val="188038"/>
              </a:buClr>
              <a:buSzPts val="1000"/>
              <a:buFont typeface="Helvetica Neue"/>
              <a:buChar char="●"/>
            </a:pPr>
            <a:r>
              <a:rPr lang="en" sz="1000">
                <a:latin typeface="Helvetica Neue"/>
                <a:ea typeface="Helvetica Neue"/>
                <a:cs typeface="Helvetica Neue"/>
                <a:sym typeface="Helvetica Neue"/>
              </a:rPr>
              <a:t>eVar2 (Previous Page): </a:t>
            </a:r>
            <a:r>
              <a:rPr lang="en" sz="1000">
                <a:solidFill>
                  <a:srgbClr val="188038"/>
                </a:solidFill>
                <a:latin typeface="Helvetica Neue"/>
                <a:ea typeface="Helvetica Neue"/>
                <a:cs typeface="Helvetica Neue"/>
                <a:sym typeface="Helvetica Neue"/>
              </a:rPr>
              <a:t>&lt;previous page&gt;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 (Page name): </a:t>
            </a:r>
            <a:r>
              <a:rPr lang="en" sz="1000">
                <a:latin typeface="Helvetica Neue"/>
                <a:ea typeface="Helvetica Neue"/>
                <a:cs typeface="Helvetica Neue"/>
                <a:sym typeface="Helvetica Neue"/>
              </a:rPr>
              <a:t> </a:t>
            </a:r>
            <a:r>
              <a:rPr lang="en" sz="1000">
                <a:solidFill>
                  <a:srgbClr val="188038"/>
                </a:solidFill>
                <a:latin typeface="Helvetica Neue"/>
                <a:ea typeface="Helvetica Neue"/>
                <a:cs typeface="Helvetica Neue"/>
                <a:sym typeface="Helvetica Neue"/>
              </a:rPr>
              <a:t>"Energy Spotlight"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eVar4 (Site Section): </a:t>
            </a:r>
            <a:r>
              <a:rPr lang="en" sz="1000">
                <a:solidFill>
                  <a:srgbClr val="188038"/>
                </a:solidFill>
                <a:latin typeface="Helvetica Neue"/>
                <a:ea typeface="Helvetica Neue"/>
                <a:cs typeface="Helvetica Neue"/>
                <a:sym typeface="Helvetica Neue"/>
              </a:rPr>
              <a:t>"Energy Stories"</a:t>
            </a:r>
            <a:endParaRPr sz="1000">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eVar10 (Page Type): </a:t>
            </a:r>
            <a:r>
              <a:rPr lang="en" sz="1000">
                <a:solidFill>
                  <a:srgbClr val="188038"/>
                </a:solidFill>
                <a:latin typeface="Helvetica Neue"/>
                <a:ea typeface="Helvetica Neue"/>
                <a:cs typeface="Helvetica Neue"/>
                <a:sym typeface="Helvetica Neue"/>
              </a:rPr>
              <a:t>"Full Website"</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eVar12 (CTA Button): </a:t>
            </a:r>
            <a:r>
              <a:rPr lang="en" sz="1000">
                <a:solidFill>
                  <a:srgbClr val="188038"/>
                </a:solidFill>
                <a:latin typeface="Helvetica Neue"/>
                <a:ea typeface="Helvetica Neue"/>
                <a:cs typeface="Helvetica Neue"/>
                <a:sym typeface="Helvetica Neue"/>
              </a:rPr>
              <a:t>&lt;</a:t>
            </a:r>
            <a:r>
              <a:rPr lang="en" sz="1000">
                <a:solidFill>
                  <a:srgbClr val="188038"/>
                </a:solidFill>
                <a:latin typeface="Helvetica Neue"/>
                <a:ea typeface="Helvetica Neue"/>
                <a:cs typeface="Helvetica Neue"/>
                <a:sym typeface="Helvetica Neue"/>
              </a:rPr>
              <a:t>CTA button name/action&gt;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eVar15 (Page URL): </a:t>
            </a:r>
            <a:r>
              <a:rPr lang="en" sz="1000">
                <a:solidFill>
                  <a:srgbClr val="188038"/>
                </a:solidFill>
                <a:latin typeface="Helvetica Neue"/>
                <a:ea typeface="Helvetica Neue"/>
                <a:cs typeface="Helvetica Neue"/>
                <a:sym typeface="Helvetica Neue"/>
              </a:rPr>
              <a:t>&lt;Page URL&gt;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eVar28 (Page Section): </a:t>
            </a:r>
            <a:r>
              <a:rPr lang="en" sz="1000">
                <a:solidFill>
                  <a:srgbClr val="188038"/>
                </a:solidFill>
                <a:latin typeface="Helvetica Neue"/>
                <a:ea typeface="Helvetica Neue"/>
                <a:cs typeface="Helvetica Neue"/>
                <a:sym typeface="Helvetica Neue"/>
              </a:rPr>
              <a:t>"Interactive Card"</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eVar31 (Clean Page URL): </a:t>
            </a:r>
            <a:r>
              <a:rPr lang="en" sz="1000">
                <a:solidFill>
                  <a:srgbClr val="188038"/>
                </a:solidFill>
                <a:latin typeface="Helvetica Neue"/>
                <a:ea typeface="Helvetica Neue"/>
                <a:cs typeface="Helvetica Neue"/>
                <a:sym typeface="Helvetica Neue"/>
              </a:rPr>
              <a:t>&lt;Clean URL of the current page&gt;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eVar36 (Component): </a:t>
            </a:r>
            <a:r>
              <a:rPr lang="en" sz="1000">
                <a:solidFill>
                  <a:srgbClr val="188038"/>
                </a:solidFill>
                <a:latin typeface="Helvetica Neue"/>
                <a:ea typeface="Helvetica Neue"/>
                <a:cs typeface="Helvetica Neue"/>
                <a:sym typeface="Helvetica Neue"/>
              </a:rPr>
              <a:t>&lt;C40&gt;</a:t>
            </a:r>
            <a:endParaRPr/>
          </a:p>
        </p:txBody>
      </p:sp>
      <p:sp>
        <p:nvSpPr>
          <p:cNvPr id="527" name="Google Shape;527;p107"/>
          <p:cNvSpPr/>
          <p:nvPr/>
        </p:nvSpPr>
        <p:spPr>
          <a:xfrm>
            <a:off x="4702250" y="3123000"/>
            <a:ext cx="358200" cy="3174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528" name="Google Shape;528;p107"/>
          <p:cNvSpPr txBox="1"/>
          <p:nvPr/>
        </p:nvSpPr>
        <p:spPr>
          <a:xfrm>
            <a:off x="335925" y="413025"/>
            <a:ext cx="7181700" cy="7338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3000">
                <a:solidFill>
                  <a:srgbClr val="016161"/>
                </a:solidFill>
                <a:latin typeface="Helvetica Neue"/>
                <a:ea typeface="Helvetica Neue"/>
                <a:cs typeface="Helvetica Neue"/>
                <a:sym typeface="Helvetica Neue"/>
              </a:rPr>
              <a:t>Energy Spotlight</a:t>
            </a:r>
            <a:r>
              <a:rPr b="1" lang="en" sz="3000">
                <a:solidFill>
                  <a:srgbClr val="016161"/>
                </a:solidFill>
                <a:latin typeface="Helvetica Neue"/>
                <a:ea typeface="Helvetica Neue"/>
                <a:cs typeface="Helvetica Neue"/>
                <a:sym typeface="Helvetica Neue"/>
              </a:rPr>
              <a:t> | C-40</a:t>
            </a:r>
            <a:endParaRPr b="1" sz="3000">
              <a:solidFill>
                <a:srgbClr val="016161"/>
              </a:solidFill>
              <a:latin typeface="Helvetica Neue"/>
              <a:ea typeface="Helvetica Neue"/>
              <a:cs typeface="Helvetica Neue"/>
              <a:sym typeface="Helvetica Neue"/>
            </a:endParaRPr>
          </a:p>
          <a:p>
            <a:pPr indent="0" lvl="0" marL="0" rtl="0" algn="l">
              <a:lnSpc>
                <a:spcPct val="80000"/>
              </a:lnSpc>
              <a:spcBef>
                <a:spcPts val="0"/>
              </a:spcBef>
              <a:spcAft>
                <a:spcPts val="0"/>
              </a:spcAft>
              <a:buNone/>
            </a:pPr>
            <a:r>
              <a:rPr lang="en" sz="1900">
                <a:solidFill>
                  <a:srgbClr val="016161"/>
                </a:solidFill>
                <a:latin typeface="Helvetica Neue"/>
                <a:ea typeface="Helvetica Neue"/>
                <a:cs typeface="Helvetica Neue"/>
                <a:sym typeface="Helvetica Neue"/>
              </a:rPr>
              <a:t>Interactive Card</a:t>
            </a:r>
            <a:endParaRPr sz="1900">
              <a:solidFill>
                <a:srgbClr val="4285F4"/>
              </a:solidFill>
              <a:latin typeface="Google Sans"/>
              <a:ea typeface="Google Sans"/>
              <a:cs typeface="Google Sans"/>
              <a:sym typeface="Google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DDDD"/>
        </a:solidFill>
      </p:bgPr>
    </p:bg>
    <p:spTree>
      <p:nvGrpSpPr>
        <p:cNvPr id="532" name="Shape 532"/>
        <p:cNvGrpSpPr/>
        <p:nvPr/>
      </p:nvGrpSpPr>
      <p:grpSpPr>
        <a:xfrm>
          <a:off x="0" y="0"/>
          <a:ext cx="0" cy="0"/>
          <a:chOff x="0" y="0"/>
          <a:chExt cx="0" cy="0"/>
        </a:xfrm>
      </p:grpSpPr>
      <p:pic>
        <p:nvPicPr>
          <p:cNvPr id="533" name="Google Shape;533;p108"/>
          <p:cNvPicPr preferRelativeResize="0"/>
          <p:nvPr/>
        </p:nvPicPr>
        <p:blipFill rotWithShape="1">
          <a:blip r:embed="rId3">
            <a:alphaModFix/>
          </a:blip>
          <a:srcRect b="0" l="0" r="0" t="1254"/>
          <a:stretch/>
        </p:blipFill>
        <p:spPr>
          <a:xfrm>
            <a:off x="284850" y="1713876"/>
            <a:ext cx="4878351" cy="1798399"/>
          </a:xfrm>
          <a:prstGeom prst="rect">
            <a:avLst/>
          </a:prstGeom>
          <a:noFill/>
          <a:ln>
            <a:noFill/>
          </a:ln>
        </p:spPr>
      </p:pic>
      <p:sp>
        <p:nvSpPr>
          <p:cNvPr id="534" name="Google Shape;534;p108"/>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Energy Spotlight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535" name="Google Shape;535;p108"/>
          <p:cNvSpPr/>
          <p:nvPr/>
        </p:nvSpPr>
        <p:spPr>
          <a:xfrm>
            <a:off x="4702250" y="3123000"/>
            <a:ext cx="358200" cy="3174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536" name="Google Shape;536;p108"/>
          <p:cNvSpPr txBox="1"/>
          <p:nvPr/>
        </p:nvSpPr>
        <p:spPr>
          <a:xfrm>
            <a:off x="335925" y="413025"/>
            <a:ext cx="7181700" cy="7338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3000">
                <a:solidFill>
                  <a:srgbClr val="016161"/>
                </a:solidFill>
                <a:latin typeface="Helvetica Neue"/>
                <a:ea typeface="Helvetica Neue"/>
                <a:cs typeface="Helvetica Neue"/>
                <a:sym typeface="Helvetica Neue"/>
              </a:rPr>
              <a:t>Energy Spotlight | C-40</a:t>
            </a:r>
            <a:endParaRPr b="1" sz="3000">
              <a:solidFill>
                <a:srgbClr val="016161"/>
              </a:solidFill>
              <a:latin typeface="Helvetica Neue"/>
              <a:ea typeface="Helvetica Neue"/>
              <a:cs typeface="Helvetica Neue"/>
              <a:sym typeface="Helvetica Neue"/>
            </a:endParaRPr>
          </a:p>
          <a:p>
            <a:pPr indent="0" lvl="0" marL="0" rtl="0" algn="l">
              <a:lnSpc>
                <a:spcPct val="80000"/>
              </a:lnSpc>
              <a:spcBef>
                <a:spcPts val="0"/>
              </a:spcBef>
              <a:spcAft>
                <a:spcPts val="0"/>
              </a:spcAft>
              <a:buNone/>
            </a:pPr>
            <a:r>
              <a:rPr lang="en" sz="1900">
                <a:solidFill>
                  <a:srgbClr val="016161"/>
                </a:solidFill>
                <a:latin typeface="Helvetica Neue"/>
                <a:ea typeface="Helvetica Neue"/>
                <a:cs typeface="Helvetica Neue"/>
                <a:sym typeface="Helvetica Neue"/>
              </a:rPr>
              <a:t>Interactive Card | DataLayer Push</a:t>
            </a:r>
            <a:endParaRPr sz="1900">
              <a:solidFill>
                <a:srgbClr val="4285F4"/>
              </a:solidFill>
              <a:latin typeface="Google Sans"/>
              <a:ea typeface="Google Sans"/>
              <a:cs typeface="Google Sans"/>
              <a:sym typeface="Google Sans"/>
            </a:endParaRPr>
          </a:p>
        </p:txBody>
      </p:sp>
      <p:sp>
        <p:nvSpPr>
          <p:cNvPr id="537" name="Google Shape;537;p108"/>
          <p:cNvSpPr txBox="1"/>
          <p:nvPr/>
        </p:nvSpPr>
        <p:spPr>
          <a:xfrm>
            <a:off x="5444850" y="1335475"/>
            <a:ext cx="3611700" cy="2818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0070C0"/>
                </a:solidFill>
                <a:latin typeface="Helvetica Neue"/>
                <a:ea typeface="Helvetica Neue"/>
                <a:cs typeface="Helvetica Neue"/>
                <a:sym typeface="Helvetica Neue"/>
              </a:rPr>
              <a:t>var</a:t>
            </a:r>
            <a:r>
              <a:rPr lang="en" sz="1000">
                <a:latin typeface="Helvetica Neue"/>
                <a:ea typeface="Helvetica Neue"/>
                <a:cs typeface="Helvetica Neue"/>
                <a:sym typeface="Helvetica Neue"/>
              </a:rPr>
              <a:t> </a:t>
            </a: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 = </a:t>
            </a: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 || [];</a:t>
            </a:r>
            <a:endParaRPr sz="1000">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.push({</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event: </a:t>
            </a:r>
            <a:r>
              <a:rPr lang="en" sz="1000">
                <a:solidFill>
                  <a:srgbClr val="00843D"/>
                </a:solidFill>
                <a:latin typeface="Helvetica Neue"/>
                <a:ea typeface="Helvetica Neue"/>
                <a:cs typeface="Helvetica Neue"/>
                <a:sym typeface="Helvetica Neue"/>
              </a:rPr>
              <a:t>"CTA Clicks"</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userInteraction: {</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timestamp: </a:t>
            </a:r>
            <a:r>
              <a:rPr lang="en" sz="1000">
                <a:solidFill>
                  <a:srgbClr val="188038"/>
                </a:solidFill>
                <a:latin typeface="Helvetica Neue"/>
                <a:ea typeface="Helvetica Neue"/>
                <a:cs typeface="Helvetica Neue"/>
                <a:sym typeface="Helvetica Neue"/>
              </a:rPr>
              <a:t>&lt;Timestamp MM/DD/YYYY format&gt;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domain: </a:t>
            </a:r>
            <a:r>
              <a:rPr lang="en" sz="1000">
                <a:solidFill>
                  <a:srgbClr val="188038"/>
                </a:solidFill>
                <a:latin typeface="Helvetica Neue"/>
                <a:ea typeface="Helvetica Neue"/>
                <a:cs typeface="Helvetica Neue"/>
                <a:sym typeface="Helvetica Neue"/>
              </a:rPr>
              <a:t>&lt;website domain&gt;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previousPage: </a:t>
            </a:r>
            <a:r>
              <a:rPr lang="en" sz="1000">
                <a:solidFill>
                  <a:srgbClr val="188038"/>
                </a:solidFill>
                <a:latin typeface="Helvetica Neue"/>
                <a:ea typeface="Helvetica Neue"/>
                <a:cs typeface="Helvetica Neue"/>
                <a:sym typeface="Helvetica Neue"/>
              </a:rPr>
              <a:t>&lt;previous page&gt;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pageName: </a:t>
            </a:r>
            <a:r>
              <a:rPr lang="en" sz="1000">
                <a:solidFill>
                  <a:srgbClr val="188038"/>
                </a:solidFill>
                <a:latin typeface="Helvetica Neue"/>
                <a:ea typeface="Helvetica Neue"/>
                <a:cs typeface="Helvetica Neue"/>
                <a:sym typeface="Helvetica Neue"/>
              </a:rPr>
              <a:t>"Energy Spotlight"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siteSection: </a:t>
            </a:r>
            <a:r>
              <a:rPr lang="en" sz="1000">
                <a:solidFill>
                  <a:srgbClr val="188038"/>
                </a:solidFill>
                <a:latin typeface="Helvetica Neue"/>
                <a:ea typeface="Helvetica Neue"/>
                <a:cs typeface="Helvetica Neue"/>
                <a:sym typeface="Helvetica Neue"/>
              </a:rPr>
              <a:t>"Energy Stories"</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pageType: </a:t>
            </a:r>
            <a:r>
              <a:rPr lang="en" sz="1000">
                <a:solidFill>
                  <a:srgbClr val="188038"/>
                </a:solidFill>
                <a:latin typeface="Helvetica Neue"/>
                <a:ea typeface="Helvetica Neue"/>
                <a:cs typeface="Helvetica Neue"/>
                <a:sym typeface="Helvetica Neue"/>
              </a:rPr>
              <a:t>"Full Website"</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ctaButton: </a:t>
            </a:r>
            <a:r>
              <a:rPr lang="en" sz="1000">
                <a:solidFill>
                  <a:srgbClr val="188038"/>
                </a:solidFill>
                <a:latin typeface="Helvetica Neue"/>
                <a:ea typeface="Helvetica Neue"/>
                <a:cs typeface="Helvetica Neue"/>
                <a:sym typeface="Helvetica Neue"/>
              </a:rPr>
              <a:t>&lt;CTA button name/action&gt;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pageURL: </a:t>
            </a:r>
            <a:r>
              <a:rPr lang="en" sz="1000">
                <a:solidFill>
                  <a:srgbClr val="188038"/>
                </a:solidFill>
                <a:latin typeface="Helvetica Neue"/>
                <a:ea typeface="Helvetica Neue"/>
                <a:cs typeface="Helvetica Neue"/>
                <a:sym typeface="Helvetica Neue"/>
              </a:rPr>
              <a:t>&lt;Page URL&gt;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pageSection: </a:t>
            </a:r>
            <a:r>
              <a:rPr lang="en" sz="1000">
                <a:solidFill>
                  <a:srgbClr val="188038"/>
                </a:solidFill>
                <a:latin typeface="Helvetica Neue"/>
                <a:ea typeface="Helvetica Neue"/>
                <a:cs typeface="Helvetica Neue"/>
                <a:sym typeface="Helvetica Neue"/>
              </a:rPr>
              <a:t>"Interactive Card"</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cleanPageURL: </a:t>
            </a:r>
            <a:r>
              <a:rPr lang="en" sz="1000">
                <a:solidFill>
                  <a:srgbClr val="188038"/>
                </a:solidFill>
                <a:latin typeface="Helvetica Neue"/>
                <a:ea typeface="Helvetica Neue"/>
                <a:cs typeface="Helvetica Neue"/>
                <a:sym typeface="Helvetica Neue"/>
              </a:rPr>
              <a:t>&lt;Clean URL of the current page&gt;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component: </a:t>
            </a:r>
            <a:r>
              <a:rPr lang="en" sz="1000">
                <a:solidFill>
                  <a:srgbClr val="188038"/>
                </a:solidFill>
                <a:latin typeface="Helvetica Neue"/>
                <a:ea typeface="Helvetica Neue"/>
                <a:cs typeface="Helvetica Neue"/>
                <a:sym typeface="Helvetica Neue"/>
              </a:rPr>
              <a:t>&lt;C40&gt;</a:t>
            </a:r>
            <a:endParaRPr sz="1000">
              <a:solidFill>
                <a:srgbClr val="188038"/>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FEF"/>
        </a:solidFill>
      </p:bgPr>
    </p:bg>
    <p:spTree>
      <p:nvGrpSpPr>
        <p:cNvPr id="541" name="Shape 541"/>
        <p:cNvGrpSpPr/>
        <p:nvPr/>
      </p:nvGrpSpPr>
      <p:grpSpPr>
        <a:xfrm>
          <a:off x="0" y="0"/>
          <a:ext cx="0" cy="0"/>
          <a:chOff x="0" y="0"/>
          <a:chExt cx="0" cy="0"/>
        </a:xfrm>
      </p:grpSpPr>
      <p:pic>
        <p:nvPicPr>
          <p:cNvPr id="542" name="Google Shape;542;p109"/>
          <p:cNvPicPr preferRelativeResize="0"/>
          <p:nvPr/>
        </p:nvPicPr>
        <p:blipFill>
          <a:blip r:embed="rId3">
            <a:alphaModFix/>
          </a:blip>
          <a:stretch>
            <a:fillRect/>
          </a:stretch>
        </p:blipFill>
        <p:spPr>
          <a:xfrm>
            <a:off x="1144675" y="1554963"/>
            <a:ext cx="3009900" cy="2266950"/>
          </a:xfrm>
          <a:prstGeom prst="rect">
            <a:avLst/>
          </a:prstGeom>
          <a:noFill/>
          <a:ln>
            <a:noFill/>
          </a:ln>
        </p:spPr>
      </p:pic>
      <p:sp>
        <p:nvSpPr>
          <p:cNvPr id="543" name="Google Shape;543;p109"/>
          <p:cNvSpPr txBox="1"/>
          <p:nvPr/>
        </p:nvSpPr>
        <p:spPr>
          <a:xfrm>
            <a:off x="335925" y="413025"/>
            <a:ext cx="7181700" cy="7338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3000">
                <a:solidFill>
                  <a:srgbClr val="016161"/>
                </a:solidFill>
                <a:latin typeface="Helvetica Neue"/>
                <a:ea typeface="Helvetica Neue"/>
                <a:cs typeface="Helvetica Neue"/>
                <a:sym typeface="Helvetica Neue"/>
              </a:rPr>
              <a:t>Energy Spotlight | C-40</a:t>
            </a:r>
            <a:endParaRPr b="1" sz="3000">
              <a:solidFill>
                <a:srgbClr val="016161"/>
              </a:solidFill>
              <a:latin typeface="Helvetica Neue"/>
              <a:ea typeface="Helvetica Neue"/>
              <a:cs typeface="Helvetica Neue"/>
              <a:sym typeface="Helvetica Neue"/>
            </a:endParaRPr>
          </a:p>
          <a:p>
            <a:pPr indent="0" lvl="0" marL="0" rtl="0" algn="l">
              <a:lnSpc>
                <a:spcPct val="80000"/>
              </a:lnSpc>
              <a:spcBef>
                <a:spcPts val="0"/>
              </a:spcBef>
              <a:spcAft>
                <a:spcPts val="0"/>
              </a:spcAft>
              <a:buNone/>
            </a:pPr>
            <a:r>
              <a:rPr lang="en" sz="1900">
                <a:solidFill>
                  <a:srgbClr val="016161"/>
                </a:solidFill>
                <a:latin typeface="Helvetica Neue"/>
                <a:ea typeface="Helvetica Neue"/>
                <a:cs typeface="Helvetica Neue"/>
                <a:sym typeface="Helvetica Neue"/>
              </a:rPr>
              <a:t>Download</a:t>
            </a:r>
            <a:endParaRPr sz="1900">
              <a:solidFill>
                <a:srgbClr val="4285F4"/>
              </a:solidFill>
              <a:latin typeface="Google Sans"/>
              <a:ea typeface="Google Sans"/>
              <a:cs typeface="Google Sans"/>
              <a:sym typeface="Google Sans"/>
            </a:endParaRPr>
          </a:p>
        </p:txBody>
      </p:sp>
      <p:sp>
        <p:nvSpPr>
          <p:cNvPr id="544" name="Google Shape;544;p109"/>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Energy Spotlight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545" name="Google Shape;545;p109"/>
          <p:cNvSpPr/>
          <p:nvPr/>
        </p:nvSpPr>
        <p:spPr>
          <a:xfrm>
            <a:off x="3558075" y="3332200"/>
            <a:ext cx="455400" cy="3174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546" name="Google Shape;546;p109"/>
          <p:cNvSpPr txBox="1"/>
          <p:nvPr/>
        </p:nvSpPr>
        <p:spPr>
          <a:xfrm>
            <a:off x="5560300" y="1146750"/>
            <a:ext cx="3354300" cy="3501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000">
                <a:latin typeface="Helvetica Neue"/>
                <a:ea typeface="Helvetica Neue"/>
                <a:cs typeface="Helvetica Neue"/>
                <a:sym typeface="Helvetica Neue"/>
              </a:rPr>
              <a:t>Event:</a:t>
            </a:r>
            <a:r>
              <a:rPr lang="en" sz="1000">
                <a:latin typeface="Helvetica Neue"/>
                <a:ea typeface="Helvetica Neue"/>
                <a:cs typeface="Helvetica Neue"/>
                <a:sym typeface="Helvetica Neue"/>
              </a:rPr>
              <a:t> </a:t>
            </a:r>
            <a:r>
              <a:rPr lang="en" sz="1000">
                <a:solidFill>
                  <a:srgbClr val="188038"/>
                </a:solidFill>
                <a:latin typeface="Helvetica Neue"/>
                <a:ea typeface="Helvetica Neue"/>
                <a:cs typeface="Helvetica Neue"/>
                <a:sym typeface="Helvetica Neue"/>
              </a:rPr>
              <a:t>CTA Clicks</a:t>
            </a:r>
            <a:r>
              <a:rPr lang="en" sz="1000">
                <a:latin typeface="Helvetica Neue"/>
                <a:ea typeface="Helvetica Neue"/>
                <a:cs typeface="Helvetica Neue"/>
                <a:sym typeface="Helvetica Neue"/>
              </a:rPr>
              <a:t> (event1)</a:t>
            </a:r>
            <a:endParaRPr sz="1000">
              <a:latin typeface="Helvetica Neue"/>
              <a:ea typeface="Helvetica Neue"/>
              <a:cs typeface="Helvetica Neue"/>
              <a:sym typeface="Helvetica Neue"/>
            </a:endParaRPr>
          </a:p>
          <a:p>
            <a:pPr indent="-292100" lvl="0" marL="457200" rtl="0" algn="l">
              <a:lnSpc>
                <a:spcPct val="115000"/>
              </a:lnSpc>
              <a:spcBef>
                <a:spcPts val="1200"/>
              </a:spcBef>
              <a:spcAft>
                <a:spcPts val="0"/>
              </a:spcAft>
              <a:buSzPts val="1000"/>
              <a:buChar char="●"/>
            </a:pPr>
            <a:r>
              <a:rPr lang="en" sz="1000">
                <a:latin typeface="Helvetica Neue"/>
                <a:ea typeface="Helvetica Neue"/>
                <a:cs typeface="Helvetica Neue"/>
                <a:sym typeface="Helvetica Neue"/>
              </a:rPr>
              <a:t>Prop 1 (Timestamp): </a:t>
            </a:r>
            <a:r>
              <a:rPr lang="en" sz="1000">
                <a:solidFill>
                  <a:srgbClr val="188038"/>
                </a:solidFill>
                <a:latin typeface="Helvetica Neue"/>
                <a:ea typeface="Helvetica Neue"/>
                <a:cs typeface="Helvetica Neue"/>
                <a:sym typeface="Helvetica Neue"/>
              </a:rPr>
              <a:t>&lt;Timestamp MM/DD/YYYY format&gt;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 (Domain): </a:t>
            </a:r>
            <a:r>
              <a:rPr lang="en" sz="1000">
                <a:solidFill>
                  <a:srgbClr val="188038"/>
                </a:solidFill>
                <a:latin typeface="Helvetica Neue"/>
                <a:ea typeface="Helvetica Neue"/>
                <a:cs typeface="Helvetica Neue"/>
                <a:sym typeface="Helvetica Neue"/>
              </a:rPr>
              <a:t>&lt;website domain&gt;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Clr>
                <a:srgbClr val="188038"/>
              </a:buClr>
              <a:buSzPts val="1000"/>
              <a:buFont typeface="Helvetica Neue"/>
              <a:buChar char="●"/>
            </a:pPr>
            <a:r>
              <a:rPr lang="en" sz="1000">
                <a:latin typeface="Helvetica Neue"/>
                <a:ea typeface="Helvetica Neue"/>
                <a:cs typeface="Helvetica Neue"/>
                <a:sym typeface="Helvetica Neue"/>
              </a:rPr>
              <a:t>eVar2 (Previous Page): </a:t>
            </a:r>
            <a:r>
              <a:rPr lang="en" sz="1000">
                <a:solidFill>
                  <a:srgbClr val="188038"/>
                </a:solidFill>
                <a:latin typeface="Helvetica Neue"/>
                <a:ea typeface="Helvetica Neue"/>
                <a:cs typeface="Helvetica Neue"/>
                <a:sym typeface="Helvetica Neue"/>
              </a:rPr>
              <a:t>&lt;previous page&gt;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 (Page name):  </a:t>
            </a:r>
            <a:r>
              <a:rPr lang="en" sz="1000">
                <a:solidFill>
                  <a:srgbClr val="188038"/>
                </a:solidFill>
                <a:latin typeface="Helvetica Neue"/>
                <a:ea typeface="Helvetica Neue"/>
                <a:cs typeface="Helvetica Neue"/>
                <a:sym typeface="Helvetica Neue"/>
              </a:rPr>
              <a:t>"Energy Spotlight"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eVar4 (Site Section): </a:t>
            </a:r>
            <a:r>
              <a:rPr lang="en" sz="1000">
                <a:solidFill>
                  <a:srgbClr val="188038"/>
                </a:solidFill>
                <a:latin typeface="Helvetica Neue"/>
                <a:ea typeface="Helvetica Neue"/>
                <a:cs typeface="Helvetica Neue"/>
                <a:sym typeface="Helvetica Neue"/>
              </a:rPr>
              <a:t>"Energy Stories"</a:t>
            </a:r>
            <a:endParaRPr sz="1000">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eVar5 (File Name): </a:t>
            </a:r>
            <a:r>
              <a:rPr lang="en" sz="1000">
                <a:solidFill>
                  <a:srgbClr val="188038"/>
                </a:solidFill>
                <a:latin typeface="Helvetica Neue"/>
                <a:ea typeface="Helvetica Neue"/>
                <a:cs typeface="Helvetica Neue"/>
                <a:sym typeface="Helvetica Neue"/>
              </a:rPr>
              <a:t>&lt;Name of the document file, e.g., "Overview Document Q4 2025.pdf"&gt;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eVar6 (File Type): </a:t>
            </a:r>
            <a:r>
              <a:rPr lang="en" sz="1000">
                <a:solidFill>
                  <a:srgbClr val="188038"/>
                </a:solidFill>
                <a:latin typeface="Helvetica Neue"/>
                <a:ea typeface="Helvetica Neue"/>
                <a:cs typeface="Helvetica Neue"/>
                <a:sym typeface="Helvetica Neue"/>
              </a:rPr>
              <a:t>&lt;Type of file, e.g., "PDF" or "XLS"&gt;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eVar10 (Page Type): </a:t>
            </a:r>
            <a:r>
              <a:rPr lang="en" sz="1000">
                <a:solidFill>
                  <a:srgbClr val="188038"/>
                </a:solidFill>
                <a:latin typeface="Helvetica Neue"/>
                <a:ea typeface="Helvetica Neue"/>
                <a:cs typeface="Helvetica Neue"/>
                <a:sym typeface="Helvetica Neue"/>
              </a:rPr>
              <a:t>"Full Website"</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eVar12 (CTA Button): </a:t>
            </a:r>
            <a:r>
              <a:rPr lang="en" sz="1000">
                <a:solidFill>
                  <a:srgbClr val="188038"/>
                </a:solidFill>
                <a:latin typeface="Helvetica Neue"/>
                <a:ea typeface="Helvetica Neue"/>
                <a:cs typeface="Helvetica Neue"/>
                <a:sym typeface="Helvetica Neue"/>
              </a:rPr>
              <a:t>"Download"</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eVar15 (Page URL): </a:t>
            </a:r>
            <a:r>
              <a:rPr lang="en" sz="1000">
                <a:solidFill>
                  <a:srgbClr val="188038"/>
                </a:solidFill>
                <a:latin typeface="Helvetica Neue"/>
                <a:ea typeface="Helvetica Neue"/>
                <a:cs typeface="Helvetica Neue"/>
                <a:sym typeface="Helvetica Neue"/>
              </a:rPr>
              <a:t>&lt;Page URL&gt;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eVar28 (Page Section): </a:t>
            </a:r>
            <a:r>
              <a:rPr lang="en" sz="1000">
                <a:solidFill>
                  <a:srgbClr val="188038"/>
                </a:solidFill>
                <a:latin typeface="Helvetica Neue"/>
                <a:ea typeface="Helvetica Neue"/>
                <a:cs typeface="Helvetica Neue"/>
                <a:sym typeface="Helvetica Neue"/>
              </a:rPr>
              <a:t>&lt;Page section&gt;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eVar31 (Clean Page URL): </a:t>
            </a:r>
            <a:r>
              <a:rPr lang="en" sz="1000">
                <a:solidFill>
                  <a:srgbClr val="188038"/>
                </a:solidFill>
                <a:latin typeface="Helvetica Neue"/>
                <a:ea typeface="Helvetica Neue"/>
                <a:cs typeface="Helvetica Neue"/>
                <a:sym typeface="Helvetica Neue"/>
              </a:rPr>
              <a:t>&lt;Clean URL of the current page&gt;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eVar36 (Component): </a:t>
            </a:r>
            <a:r>
              <a:rPr lang="en" sz="1000">
                <a:solidFill>
                  <a:srgbClr val="188038"/>
                </a:solidFill>
                <a:latin typeface="Helvetica Neue"/>
                <a:ea typeface="Helvetica Neue"/>
                <a:cs typeface="Helvetica Neue"/>
                <a:sym typeface="Helvetica Neue"/>
              </a:rPr>
              <a:t>&lt;C40&gt;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DDDD"/>
        </a:solidFill>
      </p:bgPr>
    </p:bg>
    <p:spTree>
      <p:nvGrpSpPr>
        <p:cNvPr id="550" name="Shape 550"/>
        <p:cNvGrpSpPr/>
        <p:nvPr/>
      </p:nvGrpSpPr>
      <p:grpSpPr>
        <a:xfrm>
          <a:off x="0" y="0"/>
          <a:ext cx="0" cy="0"/>
          <a:chOff x="0" y="0"/>
          <a:chExt cx="0" cy="0"/>
        </a:xfrm>
      </p:grpSpPr>
      <p:pic>
        <p:nvPicPr>
          <p:cNvPr id="551" name="Google Shape;551;p110"/>
          <p:cNvPicPr preferRelativeResize="0"/>
          <p:nvPr/>
        </p:nvPicPr>
        <p:blipFill>
          <a:blip r:embed="rId3">
            <a:alphaModFix/>
          </a:blip>
          <a:stretch>
            <a:fillRect/>
          </a:stretch>
        </p:blipFill>
        <p:spPr>
          <a:xfrm>
            <a:off x="1144675" y="1554963"/>
            <a:ext cx="3009900" cy="2266950"/>
          </a:xfrm>
          <a:prstGeom prst="rect">
            <a:avLst/>
          </a:prstGeom>
          <a:noFill/>
          <a:ln>
            <a:noFill/>
          </a:ln>
        </p:spPr>
      </p:pic>
      <p:sp>
        <p:nvSpPr>
          <p:cNvPr id="552" name="Google Shape;552;p110"/>
          <p:cNvSpPr txBox="1"/>
          <p:nvPr/>
        </p:nvSpPr>
        <p:spPr>
          <a:xfrm>
            <a:off x="335925" y="413025"/>
            <a:ext cx="7181700" cy="7338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3000">
                <a:solidFill>
                  <a:srgbClr val="016161"/>
                </a:solidFill>
                <a:latin typeface="Helvetica Neue"/>
                <a:ea typeface="Helvetica Neue"/>
                <a:cs typeface="Helvetica Neue"/>
                <a:sym typeface="Helvetica Neue"/>
              </a:rPr>
              <a:t>Energy Spotlight | C-40</a:t>
            </a:r>
            <a:endParaRPr b="1" sz="3000">
              <a:solidFill>
                <a:srgbClr val="016161"/>
              </a:solidFill>
              <a:latin typeface="Helvetica Neue"/>
              <a:ea typeface="Helvetica Neue"/>
              <a:cs typeface="Helvetica Neue"/>
              <a:sym typeface="Helvetica Neue"/>
            </a:endParaRPr>
          </a:p>
          <a:p>
            <a:pPr indent="0" lvl="0" marL="0" rtl="0" algn="l">
              <a:lnSpc>
                <a:spcPct val="80000"/>
              </a:lnSpc>
              <a:spcBef>
                <a:spcPts val="0"/>
              </a:spcBef>
              <a:spcAft>
                <a:spcPts val="0"/>
              </a:spcAft>
              <a:buNone/>
            </a:pPr>
            <a:r>
              <a:rPr lang="en" sz="1900">
                <a:solidFill>
                  <a:srgbClr val="016161"/>
                </a:solidFill>
                <a:latin typeface="Helvetica Neue"/>
                <a:ea typeface="Helvetica Neue"/>
                <a:cs typeface="Helvetica Neue"/>
                <a:sym typeface="Helvetica Neue"/>
              </a:rPr>
              <a:t>Download | DataLayer Push</a:t>
            </a:r>
            <a:endParaRPr sz="1900">
              <a:solidFill>
                <a:srgbClr val="4285F4"/>
              </a:solidFill>
              <a:latin typeface="Google Sans"/>
              <a:ea typeface="Google Sans"/>
              <a:cs typeface="Google Sans"/>
              <a:sym typeface="Google Sans"/>
            </a:endParaRPr>
          </a:p>
        </p:txBody>
      </p:sp>
      <p:sp>
        <p:nvSpPr>
          <p:cNvPr id="553" name="Google Shape;553;p110"/>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Energy Spotlight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554" name="Google Shape;554;p110"/>
          <p:cNvSpPr/>
          <p:nvPr/>
        </p:nvSpPr>
        <p:spPr>
          <a:xfrm>
            <a:off x="3558075" y="3332200"/>
            <a:ext cx="455400" cy="3174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555" name="Google Shape;555;p110"/>
          <p:cNvSpPr txBox="1"/>
          <p:nvPr/>
        </p:nvSpPr>
        <p:spPr>
          <a:xfrm>
            <a:off x="5444850" y="1335475"/>
            <a:ext cx="3611700" cy="3272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0070C0"/>
                </a:solidFill>
                <a:latin typeface="Helvetica Neue"/>
                <a:ea typeface="Helvetica Neue"/>
                <a:cs typeface="Helvetica Neue"/>
                <a:sym typeface="Helvetica Neue"/>
              </a:rPr>
              <a:t>var</a:t>
            </a:r>
            <a:r>
              <a:rPr lang="en" sz="1000">
                <a:latin typeface="Helvetica Neue"/>
                <a:ea typeface="Helvetica Neue"/>
                <a:cs typeface="Helvetica Neue"/>
                <a:sym typeface="Helvetica Neue"/>
              </a:rPr>
              <a:t> </a:t>
            </a: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 = </a:t>
            </a: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 || [];</a:t>
            </a:r>
            <a:endParaRPr sz="1000">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.push({</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event: </a:t>
            </a:r>
            <a:r>
              <a:rPr lang="en" sz="1000">
                <a:solidFill>
                  <a:srgbClr val="00843D"/>
                </a:solidFill>
                <a:latin typeface="Helvetica Neue"/>
                <a:ea typeface="Helvetica Neue"/>
                <a:cs typeface="Helvetica Neue"/>
                <a:sym typeface="Helvetica Neue"/>
              </a:rPr>
              <a:t>"CTA Clicks"</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userInteraction: {</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timestamp: </a:t>
            </a:r>
            <a:r>
              <a:rPr lang="en" sz="1000">
                <a:solidFill>
                  <a:srgbClr val="188038"/>
                </a:solidFill>
                <a:latin typeface="Helvetica Neue"/>
                <a:ea typeface="Helvetica Neue"/>
                <a:cs typeface="Helvetica Neue"/>
                <a:sym typeface="Helvetica Neue"/>
              </a:rPr>
              <a:t>&lt;Timestamp MM/DD/YYYY format&gt;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domain: </a:t>
            </a:r>
            <a:r>
              <a:rPr lang="en" sz="1000">
                <a:solidFill>
                  <a:srgbClr val="188038"/>
                </a:solidFill>
                <a:latin typeface="Helvetica Neue"/>
                <a:ea typeface="Helvetica Neue"/>
                <a:cs typeface="Helvetica Neue"/>
                <a:sym typeface="Helvetica Neue"/>
              </a:rPr>
              <a:t>&lt;website domain&gt;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previousPage: </a:t>
            </a:r>
            <a:r>
              <a:rPr lang="en" sz="1000">
                <a:solidFill>
                  <a:srgbClr val="188038"/>
                </a:solidFill>
                <a:latin typeface="Helvetica Neue"/>
                <a:ea typeface="Helvetica Neue"/>
                <a:cs typeface="Helvetica Neue"/>
                <a:sym typeface="Helvetica Neue"/>
              </a:rPr>
              <a:t>&lt;previous page&gt;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pageName: </a:t>
            </a:r>
            <a:r>
              <a:rPr lang="en" sz="1000">
                <a:solidFill>
                  <a:srgbClr val="188038"/>
                </a:solidFill>
                <a:latin typeface="Helvetica Neue"/>
                <a:ea typeface="Helvetica Neue"/>
                <a:cs typeface="Helvetica Neue"/>
                <a:sym typeface="Helvetica Neue"/>
              </a:rPr>
              <a:t>"Energy Spotlight"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siteSection: </a:t>
            </a:r>
            <a:r>
              <a:rPr lang="en" sz="1000">
                <a:solidFill>
                  <a:srgbClr val="188038"/>
                </a:solidFill>
                <a:latin typeface="Helvetica Neue"/>
                <a:ea typeface="Helvetica Neue"/>
                <a:cs typeface="Helvetica Neue"/>
                <a:sym typeface="Helvetica Neue"/>
              </a:rPr>
              <a:t>"Energy Stories"</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fileName: </a:t>
            </a:r>
            <a:r>
              <a:rPr lang="en" sz="1000">
                <a:solidFill>
                  <a:srgbClr val="188038"/>
                </a:solidFill>
                <a:latin typeface="Helvetica Neue"/>
                <a:ea typeface="Helvetica Neue"/>
                <a:cs typeface="Helvetica Neue"/>
                <a:sym typeface="Helvetica Neue"/>
              </a:rPr>
              <a:t>&lt;Name of the document file, e.g., "Overview Document Q4 2025.pdf"&gt;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fileType: </a:t>
            </a:r>
            <a:r>
              <a:rPr lang="en" sz="1000">
                <a:solidFill>
                  <a:srgbClr val="188038"/>
                </a:solidFill>
                <a:latin typeface="Helvetica Neue"/>
                <a:ea typeface="Helvetica Neue"/>
                <a:cs typeface="Helvetica Neue"/>
                <a:sym typeface="Helvetica Neue"/>
              </a:rPr>
              <a:t>&lt;Type of file, e.g., "PDF" or "XLS"&gt;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pageType: </a:t>
            </a:r>
            <a:r>
              <a:rPr lang="en" sz="1000">
                <a:solidFill>
                  <a:srgbClr val="188038"/>
                </a:solidFill>
                <a:latin typeface="Helvetica Neue"/>
                <a:ea typeface="Helvetica Neue"/>
                <a:cs typeface="Helvetica Neue"/>
                <a:sym typeface="Helvetica Neue"/>
              </a:rPr>
              <a:t>"Full Website</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ctaButton: </a:t>
            </a:r>
            <a:r>
              <a:rPr lang="en" sz="1000">
                <a:solidFill>
                  <a:srgbClr val="188038"/>
                </a:solidFill>
                <a:latin typeface="Helvetica Neue"/>
                <a:ea typeface="Helvetica Neue"/>
                <a:cs typeface="Helvetica Neue"/>
                <a:sym typeface="Helvetica Neue"/>
              </a:rPr>
              <a:t>"Download"</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pageURL: </a:t>
            </a:r>
            <a:r>
              <a:rPr lang="en" sz="1000">
                <a:solidFill>
                  <a:srgbClr val="188038"/>
                </a:solidFill>
                <a:latin typeface="Helvetica Neue"/>
                <a:ea typeface="Helvetica Neue"/>
                <a:cs typeface="Helvetica Neue"/>
                <a:sym typeface="Helvetica Neue"/>
              </a:rPr>
              <a:t>&lt;Page URL&gt;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pageSection: </a:t>
            </a:r>
            <a:r>
              <a:rPr lang="en" sz="1000">
                <a:solidFill>
                  <a:srgbClr val="188038"/>
                </a:solidFill>
                <a:latin typeface="Helvetica Neue"/>
                <a:ea typeface="Helvetica Neue"/>
                <a:cs typeface="Helvetica Neue"/>
                <a:sym typeface="Helvetica Neue"/>
              </a:rPr>
              <a:t>&lt;Page section&gt;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cleanPageURL: </a:t>
            </a:r>
            <a:r>
              <a:rPr lang="en" sz="1000">
                <a:solidFill>
                  <a:srgbClr val="188038"/>
                </a:solidFill>
                <a:latin typeface="Helvetica Neue"/>
                <a:ea typeface="Helvetica Neue"/>
                <a:cs typeface="Helvetica Neue"/>
                <a:sym typeface="Helvetica Neue"/>
              </a:rPr>
              <a:t>&lt;Clean URL of the current page&gt;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component: </a:t>
            </a:r>
            <a:r>
              <a:rPr lang="en" sz="1000">
                <a:solidFill>
                  <a:srgbClr val="188038"/>
                </a:solidFill>
                <a:latin typeface="Helvetica Neue"/>
                <a:ea typeface="Helvetica Neue"/>
                <a:cs typeface="Helvetica Neue"/>
                <a:sym typeface="Helvetica Neue"/>
              </a:rPr>
              <a:t>&lt;C40&gt;</a:t>
            </a:r>
            <a:endParaRPr sz="1000">
              <a:solidFill>
                <a:srgbClr val="188038"/>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FEF"/>
        </a:solidFill>
      </p:bgPr>
    </p:bg>
    <p:spTree>
      <p:nvGrpSpPr>
        <p:cNvPr id="559" name="Shape 559"/>
        <p:cNvGrpSpPr/>
        <p:nvPr/>
      </p:nvGrpSpPr>
      <p:grpSpPr>
        <a:xfrm>
          <a:off x="0" y="0"/>
          <a:ext cx="0" cy="0"/>
          <a:chOff x="0" y="0"/>
          <a:chExt cx="0" cy="0"/>
        </a:xfrm>
      </p:grpSpPr>
      <p:pic>
        <p:nvPicPr>
          <p:cNvPr id="560" name="Google Shape;560;p111"/>
          <p:cNvPicPr preferRelativeResize="0"/>
          <p:nvPr/>
        </p:nvPicPr>
        <p:blipFill>
          <a:blip r:embed="rId3">
            <a:alphaModFix/>
          </a:blip>
          <a:stretch>
            <a:fillRect/>
          </a:stretch>
        </p:blipFill>
        <p:spPr>
          <a:xfrm>
            <a:off x="450000" y="1673206"/>
            <a:ext cx="4693510" cy="2207501"/>
          </a:xfrm>
          <a:prstGeom prst="rect">
            <a:avLst/>
          </a:prstGeom>
          <a:noFill/>
          <a:ln>
            <a:noFill/>
          </a:ln>
        </p:spPr>
      </p:pic>
      <p:sp>
        <p:nvSpPr>
          <p:cNvPr id="561" name="Google Shape;561;p111"/>
          <p:cNvSpPr txBox="1"/>
          <p:nvPr/>
        </p:nvSpPr>
        <p:spPr>
          <a:xfrm>
            <a:off x="335925" y="413025"/>
            <a:ext cx="7181700" cy="7338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3000">
                <a:solidFill>
                  <a:srgbClr val="016161"/>
                </a:solidFill>
                <a:latin typeface="Helvetica Neue"/>
                <a:ea typeface="Helvetica Neue"/>
                <a:cs typeface="Helvetica Neue"/>
                <a:sym typeface="Helvetica Neue"/>
              </a:rPr>
              <a:t>Energy Spotlight | C-43</a:t>
            </a:r>
            <a:endParaRPr b="1" sz="3000">
              <a:solidFill>
                <a:srgbClr val="016161"/>
              </a:solidFill>
              <a:latin typeface="Helvetica Neue"/>
              <a:ea typeface="Helvetica Neue"/>
              <a:cs typeface="Helvetica Neue"/>
              <a:sym typeface="Helvetica Neue"/>
            </a:endParaRPr>
          </a:p>
          <a:p>
            <a:pPr indent="0" lvl="0" marL="0" rtl="0" algn="l">
              <a:lnSpc>
                <a:spcPct val="80000"/>
              </a:lnSpc>
              <a:spcBef>
                <a:spcPts val="0"/>
              </a:spcBef>
              <a:spcAft>
                <a:spcPts val="0"/>
              </a:spcAft>
              <a:buNone/>
            </a:pPr>
            <a:r>
              <a:rPr lang="en" sz="1900">
                <a:solidFill>
                  <a:srgbClr val="016161"/>
                </a:solidFill>
                <a:latin typeface="Helvetica Neue"/>
                <a:ea typeface="Helvetica Neue"/>
                <a:cs typeface="Helvetica Neue"/>
                <a:sym typeface="Helvetica Neue"/>
              </a:rPr>
              <a:t>Highlight Slider</a:t>
            </a:r>
            <a:endParaRPr sz="1900">
              <a:solidFill>
                <a:srgbClr val="4285F4"/>
              </a:solidFill>
              <a:latin typeface="Google Sans"/>
              <a:ea typeface="Google Sans"/>
              <a:cs typeface="Google Sans"/>
              <a:sym typeface="Google Sans"/>
            </a:endParaRPr>
          </a:p>
        </p:txBody>
      </p:sp>
      <p:sp>
        <p:nvSpPr>
          <p:cNvPr id="562" name="Google Shape;562;p111"/>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Energy Spotlight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563" name="Google Shape;563;p111"/>
          <p:cNvSpPr/>
          <p:nvPr/>
        </p:nvSpPr>
        <p:spPr>
          <a:xfrm>
            <a:off x="4439321" y="3121059"/>
            <a:ext cx="360300" cy="2466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564" name="Google Shape;564;p111"/>
          <p:cNvSpPr txBox="1"/>
          <p:nvPr/>
        </p:nvSpPr>
        <p:spPr>
          <a:xfrm>
            <a:off x="5459350" y="1380150"/>
            <a:ext cx="3394800" cy="27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000">
                <a:latin typeface="Helvetica Neue"/>
                <a:ea typeface="Helvetica Neue"/>
                <a:cs typeface="Helvetica Neue"/>
                <a:sym typeface="Helvetica Neue"/>
              </a:rPr>
              <a:t>Event:</a:t>
            </a:r>
            <a:r>
              <a:rPr lang="en" sz="1000">
                <a:latin typeface="Helvetica Neue"/>
                <a:ea typeface="Helvetica Neue"/>
                <a:cs typeface="Helvetica Neue"/>
                <a:sym typeface="Helvetica Neue"/>
              </a:rPr>
              <a:t> </a:t>
            </a:r>
            <a:r>
              <a:rPr lang="en" sz="1000">
                <a:solidFill>
                  <a:srgbClr val="188038"/>
                </a:solidFill>
                <a:latin typeface="Helvetica Neue"/>
                <a:ea typeface="Helvetica Neue"/>
                <a:cs typeface="Helvetica Neue"/>
                <a:sym typeface="Helvetica Neue"/>
              </a:rPr>
              <a:t>CTA Clicks</a:t>
            </a:r>
            <a:r>
              <a:rPr lang="en" sz="1000">
                <a:latin typeface="Helvetica Neue"/>
                <a:ea typeface="Helvetica Neue"/>
                <a:cs typeface="Helvetica Neue"/>
                <a:sym typeface="Helvetica Neue"/>
              </a:rPr>
              <a:t> (event1)</a:t>
            </a:r>
            <a:endParaRPr sz="1000">
              <a:latin typeface="Helvetica Neue"/>
              <a:ea typeface="Helvetica Neue"/>
              <a:cs typeface="Helvetica Neue"/>
              <a:sym typeface="Helvetica Neue"/>
            </a:endParaRPr>
          </a:p>
          <a:p>
            <a:pPr indent="-292100" lvl="0" marL="457200" rtl="0" algn="l">
              <a:lnSpc>
                <a:spcPct val="115000"/>
              </a:lnSpc>
              <a:spcBef>
                <a:spcPts val="1200"/>
              </a:spcBef>
              <a:spcAft>
                <a:spcPts val="0"/>
              </a:spcAft>
              <a:buSzPts val="1000"/>
              <a:buChar char="●"/>
            </a:pPr>
            <a:r>
              <a:rPr lang="en" sz="1000">
                <a:latin typeface="Helvetica Neue"/>
                <a:ea typeface="Helvetica Neue"/>
                <a:cs typeface="Helvetica Neue"/>
                <a:sym typeface="Helvetica Neue"/>
              </a:rPr>
              <a:t>Prop 1 (Timestamp): </a:t>
            </a:r>
            <a:r>
              <a:rPr lang="en" sz="1000">
                <a:solidFill>
                  <a:srgbClr val="188038"/>
                </a:solidFill>
                <a:latin typeface="Helvetica Neue"/>
                <a:ea typeface="Helvetica Neue"/>
                <a:cs typeface="Helvetica Neue"/>
                <a:sym typeface="Helvetica Neue"/>
              </a:rPr>
              <a:t>&lt;Timestamp MM/DD/YYYY format&gt;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 (Domain): </a:t>
            </a:r>
            <a:r>
              <a:rPr lang="en" sz="1000">
                <a:solidFill>
                  <a:srgbClr val="188038"/>
                </a:solidFill>
                <a:latin typeface="Helvetica Neue"/>
                <a:ea typeface="Helvetica Neue"/>
                <a:cs typeface="Helvetica Neue"/>
                <a:sym typeface="Helvetica Neue"/>
              </a:rPr>
              <a:t>&lt;website domain&gt;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Clr>
                <a:srgbClr val="188038"/>
              </a:buClr>
              <a:buSzPts val="1000"/>
              <a:buFont typeface="Helvetica Neue"/>
              <a:buChar char="●"/>
            </a:pPr>
            <a:r>
              <a:rPr lang="en" sz="1000">
                <a:latin typeface="Helvetica Neue"/>
                <a:ea typeface="Helvetica Neue"/>
                <a:cs typeface="Helvetica Neue"/>
                <a:sym typeface="Helvetica Neue"/>
              </a:rPr>
              <a:t>eVar2 (Previous Page): </a:t>
            </a:r>
            <a:r>
              <a:rPr lang="en" sz="1000">
                <a:solidFill>
                  <a:srgbClr val="188038"/>
                </a:solidFill>
                <a:latin typeface="Helvetica Neue"/>
                <a:ea typeface="Helvetica Neue"/>
                <a:cs typeface="Helvetica Neue"/>
                <a:sym typeface="Helvetica Neue"/>
              </a:rPr>
              <a:t>&lt;previous page&gt;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 (Page name):  </a:t>
            </a:r>
            <a:r>
              <a:rPr lang="en" sz="1000">
                <a:solidFill>
                  <a:srgbClr val="188038"/>
                </a:solidFill>
                <a:latin typeface="Helvetica Neue"/>
                <a:ea typeface="Helvetica Neue"/>
                <a:cs typeface="Helvetica Neue"/>
                <a:sym typeface="Helvetica Neue"/>
              </a:rPr>
              <a:t>"Energy Spotlight"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eVar4 (Site Section): </a:t>
            </a:r>
            <a:r>
              <a:rPr lang="en" sz="1000">
                <a:solidFill>
                  <a:srgbClr val="188038"/>
                </a:solidFill>
                <a:latin typeface="Helvetica Neue"/>
                <a:ea typeface="Helvetica Neue"/>
                <a:cs typeface="Helvetica Neue"/>
                <a:sym typeface="Helvetica Neue"/>
              </a:rPr>
              <a:t>"Energy Stories"</a:t>
            </a:r>
            <a:endParaRPr sz="1000">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eVar10 (Page Type): </a:t>
            </a:r>
            <a:r>
              <a:rPr lang="en" sz="1000">
                <a:solidFill>
                  <a:srgbClr val="188038"/>
                </a:solidFill>
                <a:latin typeface="Helvetica Neue"/>
                <a:ea typeface="Helvetica Neue"/>
                <a:cs typeface="Helvetica Neue"/>
                <a:sym typeface="Helvetica Neue"/>
              </a:rPr>
              <a:t>"Full Website"</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eVar12 (CTA Button): </a:t>
            </a:r>
            <a:r>
              <a:rPr lang="en" sz="1000">
                <a:solidFill>
                  <a:srgbClr val="188038"/>
                </a:solidFill>
                <a:latin typeface="Helvetica Neue"/>
                <a:ea typeface="Helvetica Neue"/>
                <a:cs typeface="Helvetica Neue"/>
                <a:sym typeface="Helvetica Neue"/>
              </a:rPr>
              <a:t>“</a:t>
            </a:r>
            <a:r>
              <a:rPr lang="en" sz="1000">
                <a:solidFill>
                  <a:srgbClr val="188038"/>
                </a:solidFill>
                <a:latin typeface="Helvetica Neue"/>
                <a:ea typeface="Helvetica Neue"/>
                <a:cs typeface="Helvetica Neue"/>
                <a:sym typeface="Helvetica Neue"/>
              </a:rPr>
              <a:t> Slide Card </a:t>
            </a:r>
            <a:r>
              <a:rPr lang="en" sz="1000">
                <a:solidFill>
                  <a:srgbClr val="188038"/>
                </a:solidFill>
                <a:latin typeface="Helvetica Neue"/>
                <a:ea typeface="Helvetica Neue"/>
                <a:cs typeface="Helvetica Neue"/>
                <a:sym typeface="Helvetica Neue"/>
              </a:rPr>
              <a:t>CTA button”</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eVar15 (Page URL): </a:t>
            </a:r>
            <a:r>
              <a:rPr lang="en" sz="1000">
                <a:solidFill>
                  <a:srgbClr val="188038"/>
                </a:solidFill>
                <a:latin typeface="Helvetica Neue"/>
                <a:ea typeface="Helvetica Neue"/>
                <a:cs typeface="Helvetica Neue"/>
                <a:sym typeface="Helvetica Neue"/>
              </a:rPr>
              <a:t>&lt;Page URL&gt;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eVar28 (Page Section): </a:t>
            </a:r>
            <a:r>
              <a:rPr lang="en" sz="1000">
                <a:solidFill>
                  <a:srgbClr val="188038"/>
                </a:solidFill>
                <a:latin typeface="Helvetica Neue"/>
                <a:ea typeface="Helvetica Neue"/>
                <a:cs typeface="Helvetica Neue"/>
                <a:sym typeface="Helvetica Neue"/>
              </a:rPr>
              <a:t>“Highlight Slider</a:t>
            </a:r>
            <a:r>
              <a:rPr lang="en" sz="1000">
                <a:solidFill>
                  <a:srgbClr val="188038"/>
                </a:solidFill>
                <a:latin typeface="Helvetica Neue"/>
                <a:ea typeface="Helvetica Neue"/>
                <a:cs typeface="Helvetica Neue"/>
                <a:sym typeface="Helvetica Neue"/>
              </a:rPr>
              <a: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eVar31 (Clean Page URL): </a:t>
            </a:r>
            <a:r>
              <a:rPr lang="en" sz="1000">
                <a:solidFill>
                  <a:srgbClr val="188038"/>
                </a:solidFill>
                <a:latin typeface="Helvetica Neue"/>
                <a:ea typeface="Helvetica Neue"/>
                <a:cs typeface="Helvetica Neue"/>
                <a:sym typeface="Helvetica Neue"/>
              </a:rPr>
              <a:t>&lt;Clean URL of the current page&gt;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eVar36 (Component): </a:t>
            </a:r>
            <a:r>
              <a:rPr lang="en" sz="1000">
                <a:solidFill>
                  <a:srgbClr val="188038"/>
                </a:solidFill>
                <a:latin typeface="Helvetica Neue"/>
                <a:ea typeface="Helvetica Neue"/>
                <a:cs typeface="Helvetica Neue"/>
                <a:sym typeface="Helvetica Neue"/>
              </a:rPr>
              <a:t>&lt;C43&gt;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DDDD"/>
        </a:solidFill>
      </p:bgPr>
    </p:bg>
    <p:spTree>
      <p:nvGrpSpPr>
        <p:cNvPr id="568" name="Shape 568"/>
        <p:cNvGrpSpPr/>
        <p:nvPr/>
      </p:nvGrpSpPr>
      <p:grpSpPr>
        <a:xfrm>
          <a:off x="0" y="0"/>
          <a:ext cx="0" cy="0"/>
          <a:chOff x="0" y="0"/>
          <a:chExt cx="0" cy="0"/>
        </a:xfrm>
      </p:grpSpPr>
      <p:pic>
        <p:nvPicPr>
          <p:cNvPr id="569" name="Google Shape;569;p112"/>
          <p:cNvPicPr preferRelativeResize="0"/>
          <p:nvPr/>
        </p:nvPicPr>
        <p:blipFill>
          <a:blip r:embed="rId3">
            <a:alphaModFix/>
          </a:blip>
          <a:stretch>
            <a:fillRect/>
          </a:stretch>
        </p:blipFill>
        <p:spPr>
          <a:xfrm>
            <a:off x="450000" y="1673206"/>
            <a:ext cx="4693510" cy="2207501"/>
          </a:xfrm>
          <a:prstGeom prst="rect">
            <a:avLst/>
          </a:prstGeom>
          <a:noFill/>
          <a:ln>
            <a:noFill/>
          </a:ln>
        </p:spPr>
      </p:pic>
      <p:sp>
        <p:nvSpPr>
          <p:cNvPr id="570" name="Google Shape;570;p112"/>
          <p:cNvSpPr txBox="1"/>
          <p:nvPr/>
        </p:nvSpPr>
        <p:spPr>
          <a:xfrm>
            <a:off x="335925" y="413025"/>
            <a:ext cx="7181700" cy="7338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3000">
                <a:solidFill>
                  <a:srgbClr val="016161"/>
                </a:solidFill>
                <a:latin typeface="Helvetica Neue"/>
                <a:ea typeface="Helvetica Neue"/>
                <a:cs typeface="Helvetica Neue"/>
                <a:sym typeface="Helvetica Neue"/>
              </a:rPr>
              <a:t>Energy Spotlight | C-43</a:t>
            </a:r>
            <a:endParaRPr b="1" sz="3000">
              <a:solidFill>
                <a:srgbClr val="016161"/>
              </a:solidFill>
              <a:latin typeface="Helvetica Neue"/>
              <a:ea typeface="Helvetica Neue"/>
              <a:cs typeface="Helvetica Neue"/>
              <a:sym typeface="Helvetica Neue"/>
            </a:endParaRPr>
          </a:p>
          <a:p>
            <a:pPr indent="0" lvl="0" marL="0" rtl="0" algn="l">
              <a:lnSpc>
                <a:spcPct val="80000"/>
              </a:lnSpc>
              <a:spcBef>
                <a:spcPts val="0"/>
              </a:spcBef>
              <a:spcAft>
                <a:spcPts val="0"/>
              </a:spcAft>
              <a:buNone/>
            </a:pPr>
            <a:r>
              <a:rPr lang="en" sz="1900">
                <a:solidFill>
                  <a:srgbClr val="016161"/>
                </a:solidFill>
                <a:latin typeface="Helvetica Neue"/>
                <a:ea typeface="Helvetica Neue"/>
                <a:cs typeface="Helvetica Neue"/>
                <a:sym typeface="Helvetica Neue"/>
              </a:rPr>
              <a:t>Highlight Slider | DataLayer Push</a:t>
            </a:r>
            <a:endParaRPr sz="1900">
              <a:solidFill>
                <a:srgbClr val="4285F4"/>
              </a:solidFill>
              <a:latin typeface="Google Sans"/>
              <a:ea typeface="Google Sans"/>
              <a:cs typeface="Google Sans"/>
              <a:sym typeface="Google Sans"/>
            </a:endParaRPr>
          </a:p>
        </p:txBody>
      </p:sp>
      <p:sp>
        <p:nvSpPr>
          <p:cNvPr id="571" name="Google Shape;571;p112"/>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Energy Spotlight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572" name="Google Shape;572;p112"/>
          <p:cNvSpPr txBox="1"/>
          <p:nvPr/>
        </p:nvSpPr>
        <p:spPr>
          <a:xfrm>
            <a:off x="5444850" y="1335475"/>
            <a:ext cx="3611700" cy="2818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0070C0"/>
                </a:solidFill>
                <a:latin typeface="Helvetica Neue"/>
                <a:ea typeface="Helvetica Neue"/>
                <a:cs typeface="Helvetica Neue"/>
                <a:sym typeface="Helvetica Neue"/>
              </a:rPr>
              <a:t>var</a:t>
            </a:r>
            <a:r>
              <a:rPr lang="en" sz="1000">
                <a:latin typeface="Helvetica Neue"/>
                <a:ea typeface="Helvetica Neue"/>
                <a:cs typeface="Helvetica Neue"/>
                <a:sym typeface="Helvetica Neue"/>
              </a:rPr>
              <a:t> </a:t>
            </a: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 = </a:t>
            </a: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 || [];</a:t>
            </a:r>
            <a:endParaRPr sz="1000">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.push({</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event: </a:t>
            </a:r>
            <a:r>
              <a:rPr lang="en" sz="1000">
                <a:solidFill>
                  <a:srgbClr val="00843D"/>
                </a:solidFill>
                <a:latin typeface="Helvetica Neue"/>
                <a:ea typeface="Helvetica Neue"/>
                <a:cs typeface="Helvetica Neue"/>
                <a:sym typeface="Helvetica Neue"/>
              </a:rPr>
              <a:t>"CTA Clicks"</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userInteraction: {</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timestamp: </a:t>
            </a:r>
            <a:r>
              <a:rPr lang="en" sz="1000">
                <a:solidFill>
                  <a:srgbClr val="188038"/>
                </a:solidFill>
                <a:latin typeface="Helvetica Neue"/>
                <a:ea typeface="Helvetica Neue"/>
                <a:cs typeface="Helvetica Neue"/>
                <a:sym typeface="Helvetica Neue"/>
              </a:rPr>
              <a:t>&lt;Timestamp MM/DD/YYYY format&gt;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domain: </a:t>
            </a:r>
            <a:r>
              <a:rPr lang="en" sz="1000">
                <a:solidFill>
                  <a:srgbClr val="188038"/>
                </a:solidFill>
                <a:latin typeface="Helvetica Neue"/>
                <a:ea typeface="Helvetica Neue"/>
                <a:cs typeface="Helvetica Neue"/>
                <a:sym typeface="Helvetica Neue"/>
              </a:rPr>
              <a:t>&lt;website domain&gt;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previousPage: </a:t>
            </a:r>
            <a:r>
              <a:rPr lang="en" sz="1000">
                <a:solidFill>
                  <a:srgbClr val="188038"/>
                </a:solidFill>
                <a:latin typeface="Helvetica Neue"/>
                <a:ea typeface="Helvetica Neue"/>
                <a:cs typeface="Helvetica Neue"/>
                <a:sym typeface="Helvetica Neue"/>
              </a:rPr>
              <a:t>&lt;previous page&gt;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pageName: </a:t>
            </a:r>
            <a:r>
              <a:rPr lang="en" sz="1000">
                <a:solidFill>
                  <a:srgbClr val="188038"/>
                </a:solidFill>
                <a:latin typeface="Helvetica Neue"/>
                <a:ea typeface="Helvetica Neue"/>
                <a:cs typeface="Helvetica Neue"/>
                <a:sym typeface="Helvetica Neue"/>
              </a:rPr>
              <a:t>"Energy Spotlight"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siteSection: </a:t>
            </a:r>
            <a:r>
              <a:rPr lang="en" sz="1000">
                <a:solidFill>
                  <a:srgbClr val="188038"/>
                </a:solidFill>
                <a:latin typeface="Helvetica Neue"/>
                <a:ea typeface="Helvetica Neue"/>
                <a:cs typeface="Helvetica Neue"/>
                <a:sym typeface="Helvetica Neue"/>
              </a:rPr>
              <a:t>"Energy Stories"</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pageType: </a:t>
            </a:r>
            <a:r>
              <a:rPr lang="en" sz="1000">
                <a:solidFill>
                  <a:srgbClr val="188038"/>
                </a:solidFill>
                <a:latin typeface="Helvetica Neue"/>
                <a:ea typeface="Helvetica Neue"/>
                <a:cs typeface="Helvetica Neue"/>
                <a:sym typeface="Helvetica Neue"/>
              </a:rPr>
              <a:t>"Full Website"</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ctaButton: </a:t>
            </a:r>
            <a:r>
              <a:rPr lang="en" sz="1000">
                <a:solidFill>
                  <a:srgbClr val="188038"/>
                </a:solidFill>
                <a:latin typeface="Helvetica Neue"/>
                <a:ea typeface="Helvetica Neue"/>
                <a:cs typeface="Helvetica Neue"/>
                <a:sym typeface="Helvetica Neue"/>
              </a:rPr>
              <a:t>“Slide Card CTA button”</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pageURL: </a:t>
            </a:r>
            <a:r>
              <a:rPr lang="en" sz="1000">
                <a:solidFill>
                  <a:srgbClr val="188038"/>
                </a:solidFill>
                <a:latin typeface="Helvetica Neue"/>
                <a:ea typeface="Helvetica Neue"/>
                <a:cs typeface="Helvetica Neue"/>
                <a:sym typeface="Helvetica Neue"/>
              </a:rPr>
              <a:t>&lt;Page URL&gt;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pageSection: </a:t>
            </a:r>
            <a:r>
              <a:rPr lang="en" sz="1000">
                <a:solidFill>
                  <a:srgbClr val="188038"/>
                </a:solidFill>
                <a:latin typeface="Helvetica Neue"/>
                <a:ea typeface="Helvetica Neue"/>
                <a:cs typeface="Helvetica Neue"/>
                <a:sym typeface="Helvetica Neue"/>
              </a:rPr>
              <a:t>“Highlight Slider"</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cleanPageURL: </a:t>
            </a:r>
            <a:r>
              <a:rPr lang="en" sz="1000">
                <a:solidFill>
                  <a:srgbClr val="188038"/>
                </a:solidFill>
                <a:latin typeface="Helvetica Neue"/>
                <a:ea typeface="Helvetica Neue"/>
                <a:cs typeface="Helvetica Neue"/>
                <a:sym typeface="Helvetica Neue"/>
              </a:rPr>
              <a:t>&lt;Clean URL of the current page&gt;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component: </a:t>
            </a:r>
            <a:r>
              <a:rPr lang="en" sz="1000">
                <a:solidFill>
                  <a:srgbClr val="188038"/>
                </a:solidFill>
                <a:latin typeface="Helvetica Neue"/>
                <a:ea typeface="Helvetica Neue"/>
                <a:cs typeface="Helvetica Neue"/>
                <a:sym typeface="Helvetica Neue"/>
              </a:rPr>
              <a:t>&lt;C43&gt;</a:t>
            </a:r>
            <a:endParaRPr sz="1000">
              <a:solidFill>
                <a:srgbClr val="188038"/>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p:txBody>
      </p:sp>
      <p:sp>
        <p:nvSpPr>
          <p:cNvPr id="573" name="Google Shape;573;p112"/>
          <p:cNvSpPr/>
          <p:nvPr/>
        </p:nvSpPr>
        <p:spPr>
          <a:xfrm>
            <a:off x="4439321" y="3121059"/>
            <a:ext cx="360300" cy="2466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FEF"/>
        </a:solidFill>
      </p:bgPr>
    </p:bg>
    <p:spTree>
      <p:nvGrpSpPr>
        <p:cNvPr id="577" name="Shape 577"/>
        <p:cNvGrpSpPr/>
        <p:nvPr/>
      </p:nvGrpSpPr>
      <p:grpSpPr>
        <a:xfrm>
          <a:off x="0" y="0"/>
          <a:ext cx="0" cy="0"/>
          <a:chOff x="0" y="0"/>
          <a:chExt cx="0" cy="0"/>
        </a:xfrm>
      </p:grpSpPr>
      <p:pic>
        <p:nvPicPr>
          <p:cNvPr id="578" name="Google Shape;578;p113"/>
          <p:cNvPicPr preferRelativeResize="0"/>
          <p:nvPr/>
        </p:nvPicPr>
        <p:blipFill>
          <a:blip r:embed="rId3">
            <a:alphaModFix/>
          </a:blip>
          <a:stretch>
            <a:fillRect/>
          </a:stretch>
        </p:blipFill>
        <p:spPr>
          <a:xfrm>
            <a:off x="450000" y="1673206"/>
            <a:ext cx="4693510" cy="2207501"/>
          </a:xfrm>
          <a:prstGeom prst="rect">
            <a:avLst/>
          </a:prstGeom>
          <a:noFill/>
          <a:ln>
            <a:noFill/>
          </a:ln>
        </p:spPr>
      </p:pic>
      <p:sp>
        <p:nvSpPr>
          <p:cNvPr id="579" name="Google Shape;579;p113"/>
          <p:cNvSpPr txBox="1"/>
          <p:nvPr/>
        </p:nvSpPr>
        <p:spPr>
          <a:xfrm>
            <a:off x="335925" y="413025"/>
            <a:ext cx="7181700" cy="7338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3000">
                <a:solidFill>
                  <a:srgbClr val="016161"/>
                </a:solidFill>
                <a:latin typeface="Helvetica Neue"/>
                <a:ea typeface="Helvetica Neue"/>
                <a:cs typeface="Helvetica Neue"/>
                <a:sym typeface="Helvetica Neue"/>
              </a:rPr>
              <a:t>Energy Spotlight | C-43</a:t>
            </a:r>
            <a:endParaRPr b="1" sz="3000">
              <a:solidFill>
                <a:srgbClr val="016161"/>
              </a:solidFill>
              <a:latin typeface="Helvetica Neue"/>
              <a:ea typeface="Helvetica Neue"/>
              <a:cs typeface="Helvetica Neue"/>
              <a:sym typeface="Helvetica Neue"/>
            </a:endParaRPr>
          </a:p>
          <a:p>
            <a:pPr indent="0" lvl="0" marL="0" rtl="0" algn="l">
              <a:lnSpc>
                <a:spcPct val="80000"/>
              </a:lnSpc>
              <a:spcBef>
                <a:spcPts val="0"/>
              </a:spcBef>
              <a:spcAft>
                <a:spcPts val="0"/>
              </a:spcAft>
              <a:buNone/>
            </a:pPr>
            <a:r>
              <a:rPr lang="en" sz="1900">
                <a:solidFill>
                  <a:srgbClr val="016161"/>
                </a:solidFill>
                <a:latin typeface="Helvetica Neue"/>
                <a:ea typeface="Helvetica Neue"/>
                <a:cs typeface="Helvetica Neue"/>
                <a:sym typeface="Helvetica Neue"/>
              </a:rPr>
              <a:t>Highlight Slider</a:t>
            </a:r>
            <a:endParaRPr sz="1900">
              <a:solidFill>
                <a:srgbClr val="4285F4"/>
              </a:solidFill>
              <a:latin typeface="Google Sans"/>
              <a:ea typeface="Google Sans"/>
              <a:cs typeface="Google Sans"/>
              <a:sym typeface="Google Sans"/>
            </a:endParaRPr>
          </a:p>
        </p:txBody>
      </p:sp>
      <p:sp>
        <p:nvSpPr>
          <p:cNvPr id="580" name="Google Shape;580;p113"/>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Energy Spotlight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581" name="Google Shape;581;p113"/>
          <p:cNvSpPr/>
          <p:nvPr/>
        </p:nvSpPr>
        <p:spPr>
          <a:xfrm>
            <a:off x="962871" y="2902659"/>
            <a:ext cx="360300" cy="2466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582" name="Google Shape;582;p113"/>
          <p:cNvSpPr txBox="1"/>
          <p:nvPr/>
        </p:nvSpPr>
        <p:spPr>
          <a:xfrm>
            <a:off x="5715025" y="1117800"/>
            <a:ext cx="3174900" cy="3147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000">
                <a:latin typeface="Helvetica Neue"/>
                <a:ea typeface="Helvetica Neue"/>
                <a:cs typeface="Helvetica Neue"/>
                <a:sym typeface="Helvetica Neue"/>
              </a:rPr>
              <a:t>Event:</a:t>
            </a:r>
            <a:r>
              <a:rPr lang="en" sz="1000">
                <a:latin typeface="Helvetica Neue"/>
                <a:ea typeface="Helvetica Neue"/>
                <a:cs typeface="Helvetica Neue"/>
                <a:sym typeface="Helvetica Neue"/>
              </a:rPr>
              <a:t> </a:t>
            </a:r>
            <a:r>
              <a:rPr lang="en" sz="1000">
                <a:solidFill>
                  <a:srgbClr val="188038"/>
                </a:solidFill>
                <a:latin typeface="Helvetica Neue"/>
                <a:ea typeface="Helvetica Neue"/>
                <a:cs typeface="Helvetica Neue"/>
                <a:sym typeface="Helvetica Neue"/>
              </a:rPr>
              <a:t>Link Clicks</a:t>
            </a:r>
            <a:r>
              <a:rPr lang="en" sz="1000">
                <a:latin typeface="Helvetica Neue"/>
                <a:ea typeface="Helvetica Neue"/>
                <a:cs typeface="Helvetica Neue"/>
                <a:sym typeface="Helvetica Neue"/>
              </a:rPr>
              <a:t> (event2)</a:t>
            </a:r>
            <a:endParaRPr sz="1000">
              <a:latin typeface="Helvetica Neue"/>
              <a:ea typeface="Helvetica Neue"/>
              <a:cs typeface="Helvetica Neue"/>
              <a:sym typeface="Helvetica Neue"/>
            </a:endParaRPr>
          </a:p>
          <a:p>
            <a:pPr indent="-292100" lvl="0" marL="457200" rtl="0" algn="l">
              <a:lnSpc>
                <a:spcPct val="115000"/>
              </a:lnSpc>
              <a:spcBef>
                <a:spcPts val="1200"/>
              </a:spcBef>
              <a:spcAft>
                <a:spcPts val="0"/>
              </a:spcAft>
              <a:buSzPts val="1000"/>
              <a:buChar char="●"/>
            </a:pPr>
            <a:r>
              <a:rPr lang="en" sz="1000">
                <a:latin typeface="Helvetica Neue"/>
                <a:ea typeface="Helvetica Neue"/>
                <a:cs typeface="Helvetica Neue"/>
                <a:sym typeface="Helvetica Neue"/>
              </a:rPr>
              <a:t>Prop 1 (Timestamp): </a:t>
            </a:r>
            <a:r>
              <a:rPr lang="en" sz="1000">
                <a:solidFill>
                  <a:srgbClr val="188038"/>
                </a:solidFill>
                <a:latin typeface="Helvetica Neue"/>
                <a:ea typeface="Helvetica Neue"/>
                <a:cs typeface="Helvetica Neue"/>
                <a:sym typeface="Helvetica Neue"/>
              </a:rPr>
              <a:t>&lt;Timestamp MM/DD/YYYY format&gt;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 (Domain): </a:t>
            </a:r>
            <a:r>
              <a:rPr lang="en" sz="1000">
                <a:solidFill>
                  <a:srgbClr val="188038"/>
                </a:solidFill>
                <a:latin typeface="Helvetica Neue"/>
                <a:ea typeface="Helvetica Neue"/>
                <a:cs typeface="Helvetica Neue"/>
                <a:sym typeface="Helvetica Neue"/>
              </a:rPr>
              <a:t>&lt;website domain&gt;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Clr>
                <a:srgbClr val="188038"/>
              </a:buClr>
              <a:buSzPts val="1000"/>
              <a:buFont typeface="Helvetica Neue"/>
              <a:buChar char="●"/>
            </a:pPr>
            <a:r>
              <a:rPr lang="en" sz="1000">
                <a:latin typeface="Helvetica Neue"/>
                <a:ea typeface="Helvetica Neue"/>
                <a:cs typeface="Helvetica Neue"/>
                <a:sym typeface="Helvetica Neue"/>
              </a:rPr>
              <a:t>eVar2 (Previous Page): </a:t>
            </a:r>
            <a:r>
              <a:rPr lang="en" sz="1000">
                <a:solidFill>
                  <a:srgbClr val="188038"/>
                </a:solidFill>
                <a:latin typeface="Helvetica Neue"/>
                <a:ea typeface="Helvetica Neue"/>
                <a:cs typeface="Helvetica Neue"/>
                <a:sym typeface="Helvetica Neue"/>
              </a:rPr>
              <a:t>&lt;previous page&gt;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 (Page name):  </a:t>
            </a:r>
            <a:r>
              <a:rPr lang="en" sz="1000">
                <a:solidFill>
                  <a:srgbClr val="188038"/>
                </a:solidFill>
                <a:latin typeface="Helvetica Neue"/>
                <a:ea typeface="Helvetica Neue"/>
                <a:cs typeface="Helvetica Neue"/>
                <a:sym typeface="Helvetica Neue"/>
              </a:rPr>
              <a:t>"Energy Spotlight"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eVar4 (Site Section): </a:t>
            </a:r>
            <a:r>
              <a:rPr lang="en" sz="1000">
                <a:solidFill>
                  <a:srgbClr val="188038"/>
                </a:solidFill>
                <a:latin typeface="Helvetica Neue"/>
                <a:ea typeface="Helvetica Neue"/>
                <a:cs typeface="Helvetica Neue"/>
                <a:sym typeface="Helvetica Neue"/>
              </a:rPr>
              <a:t>"Energy Stories"</a:t>
            </a:r>
            <a:endParaRPr sz="1000">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eVar10 (Page Type): </a:t>
            </a:r>
            <a:r>
              <a:rPr lang="en" sz="1000">
                <a:solidFill>
                  <a:srgbClr val="188038"/>
                </a:solidFill>
                <a:latin typeface="Helvetica Neue"/>
                <a:ea typeface="Helvetica Neue"/>
                <a:cs typeface="Helvetica Neue"/>
                <a:sym typeface="Helvetica Neue"/>
              </a:rPr>
              <a:t>"Full Website"</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eVar14 (Destination Link): </a:t>
            </a:r>
            <a:r>
              <a:rPr lang="en" sz="1000">
                <a:solidFill>
                  <a:srgbClr val="188038"/>
                </a:solidFill>
                <a:latin typeface="Helvetica Neue"/>
                <a:ea typeface="Helvetica Neue"/>
                <a:cs typeface="Helvetica Neue"/>
                <a:sym typeface="Helvetica Neue"/>
              </a:rPr>
              <a:t>&lt;URL of external destination&gt;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eVar15 (Page URL): </a:t>
            </a:r>
            <a:r>
              <a:rPr lang="en" sz="1000">
                <a:solidFill>
                  <a:srgbClr val="188038"/>
                </a:solidFill>
                <a:latin typeface="Helvetica Neue"/>
                <a:ea typeface="Helvetica Neue"/>
                <a:cs typeface="Helvetica Neue"/>
                <a:sym typeface="Helvetica Neue"/>
              </a:rPr>
              <a:t>&lt;Page URL&gt;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eVar17 (Link Title): </a:t>
            </a:r>
            <a:r>
              <a:rPr lang="en" sz="1000">
                <a:solidFill>
                  <a:srgbClr val="188038"/>
                </a:solidFill>
                <a:latin typeface="Helvetica Neue"/>
                <a:ea typeface="Helvetica Neue"/>
                <a:cs typeface="Helvetica Neue"/>
                <a:sym typeface="Helvetica Neue"/>
              </a:rPr>
              <a:t>&lt;Link title&gt;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eVar28 (Page Section): </a:t>
            </a:r>
            <a:r>
              <a:rPr lang="en" sz="1000">
                <a:solidFill>
                  <a:srgbClr val="188038"/>
                </a:solidFill>
                <a:latin typeface="Helvetica Neue"/>
                <a:ea typeface="Helvetica Neue"/>
                <a:cs typeface="Helvetica Neue"/>
                <a:sym typeface="Helvetica Neue"/>
              </a:rPr>
              <a:t>“Highlight Slider"</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eVar31 (Clean Page URL): </a:t>
            </a:r>
            <a:r>
              <a:rPr lang="en" sz="1000">
                <a:solidFill>
                  <a:srgbClr val="188038"/>
                </a:solidFill>
                <a:latin typeface="Helvetica Neue"/>
                <a:ea typeface="Helvetica Neue"/>
                <a:cs typeface="Helvetica Neue"/>
                <a:sym typeface="Helvetica Neue"/>
              </a:rPr>
              <a:t>&lt;Clean URL of the current page&gt;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eVar36 (Component): </a:t>
            </a:r>
            <a:r>
              <a:rPr lang="en" sz="1000">
                <a:solidFill>
                  <a:srgbClr val="188038"/>
                </a:solidFill>
                <a:latin typeface="Helvetica Neue"/>
                <a:ea typeface="Helvetica Neue"/>
                <a:cs typeface="Helvetica Neue"/>
                <a:sym typeface="Helvetica Neue"/>
              </a:rPr>
              <a:t>&lt;C43&gt;</a:t>
            </a:r>
            <a:endParaRPr sz="1000">
              <a:latin typeface="Helvetica Neue"/>
              <a:ea typeface="Helvetica Neue"/>
              <a:cs typeface="Helvetica Neue"/>
              <a:sym typeface="Helvetica Neue"/>
            </a:endParaRPr>
          </a:p>
        </p:txBody>
      </p:sp>
      <p:sp>
        <p:nvSpPr>
          <p:cNvPr id="583" name="Google Shape;583;p113"/>
          <p:cNvSpPr/>
          <p:nvPr/>
        </p:nvSpPr>
        <p:spPr>
          <a:xfrm>
            <a:off x="600521" y="2902659"/>
            <a:ext cx="360300" cy="2466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584" name="Google Shape;584;p113"/>
          <p:cNvSpPr txBox="1"/>
          <p:nvPr/>
        </p:nvSpPr>
        <p:spPr>
          <a:xfrm>
            <a:off x="449997" y="4339800"/>
            <a:ext cx="44928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*This interaction can be represented as a CTA or Link Click</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DDDD"/>
        </a:solidFill>
      </p:bgPr>
    </p:bg>
    <p:spTree>
      <p:nvGrpSpPr>
        <p:cNvPr id="588" name="Shape 588"/>
        <p:cNvGrpSpPr/>
        <p:nvPr/>
      </p:nvGrpSpPr>
      <p:grpSpPr>
        <a:xfrm>
          <a:off x="0" y="0"/>
          <a:ext cx="0" cy="0"/>
          <a:chOff x="0" y="0"/>
          <a:chExt cx="0" cy="0"/>
        </a:xfrm>
      </p:grpSpPr>
      <p:pic>
        <p:nvPicPr>
          <p:cNvPr id="589" name="Google Shape;589;p114"/>
          <p:cNvPicPr preferRelativeResize="0"/>
          <p:nvPr/>
        </p:nvPicPr>
        <p:blipFill>
          <a:blip r:embed="rId3">
            <a:alphaModFix/>
          </a:blip>
          <a:stretch>
            <a:fillRect/>
          </a:stretch>
        </p:blipFill>
        <p:spPr>
          <a:xfrm>
            <a:off x="450000" y="1673206"/>
            <a:ext cx="4693510" cy="2207501"/>
          </a:xfrm>
          <a:prstGeom prst="rect">
            <a:avLst/>
          </a:prstGeom>
          <a:noFill/>
          <a:ln>
            <a:noFill/>
          </a:ln>
        </p:spPr>
      </p:pic>
      <p:sp>
        <p:nvSpPr>
          <p:cNvPr id="590" name="Google Shape;590;p114"/>
          <p:cNvSpPr txBox="1"/>
          <p:nvPr/>
        </p:nvSpPr>
        <p:spPr>
          <a:xfrm>
            <a:off x="335925" y="413025"/>
            <a:ext cx="7181700" cy="7338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3000">
                <a:solidFill>
                  <a:srgbClr val="016161"/>
                </a:solidFill>
                <a:latin typeface="Helvetica Neue"/>
                <a:ea typeface="Helvetica Neue"/>
                <a:cs typeface="Helvetica Neue"/>
                <a:sym typeface="Helvetica Neue"/>
              </a:rPr>
              <a:t>Energy Spotlight | C-43</a:t>
            </a:r>
            <a:endParaRPr b="1" sz="3000">
              <a:solidFill>
                <a:srgbClr val="016161"/>
              </a:solidFill>
              <a:latin typeface="Helvetica Neue"/>
              <a:ea typeface="Helvetica Neue"/>
              <a:cs typeface="Helvetica Neue"/>
              <a:sym typeface="Helvetica Neue"/>
            </a:endParaRPr>
          </a:p>
          <a:p>
            <a:pPr indent="0" lvl="0" marL="0" rtl="0" algn="l">
              <a:lnSpc>
                <a:spcPct val="80000"/>
              </a:lnSpc>
              <a:spcBef>
                <a:spcPts val="0"/>
              </a:spcBef>
              <a:spcAft>
                <a:spcPts val="0"/>
              </a:spcAft>
              <a:buNone/>
            </a:pPr>
            <a:r>
              <a:rPr lang="en" sz="1900">
                <a:solidFill>
                  <a:srgbClr val="016161"/>
                </a:solidFill>
                <a:latin typeface="Helvetica Neue"/>
                <a:ea typeface="Helvetica Neue"/>
                <a:cs typeface="Helvetica Neue"/>
                <a:sym typeface="Helvetica Neue"/>
              </a:rPr>
              <a:t>Highlight Slider | DataLayer Push</a:t>
            </a:r>
            <a:endParaRPr sz="1900">
              <a:solidFill>
                <a:srgbClr val="4285F4"/>
              </a:solidFill>
              <a:latin typeface="Google Sans"/>
              <a:ea typeface="Google Sans"/>
              <a:cs typeface="Google Sans"/>
              <a:sym typeface="Google Sans"/>
            </a:endParaRPr>
          </a:p>
        </p:txBody>
      </p:sp>
      <p:sp>
        <p:nvSpPr>
          <p:cNvPr id="591" name="Google Shape;591;p114"/>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Energy Spotlight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592" name="Google Shape;592;p114"/>
          <p:cNvSpPr txBox="1"/>
          <p:nvPr/>
        </p:nvSpPr>
        <p:spPr>
          <a:xfrm>
            <a:off x="5444850" y="1335475"/>
            <a:ext cx="3611700" cy="2991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0070C0"/>
                </a:solidFill>
                <a:latin typeface="Helvetica Neue"/>
                <a:ea typeface="Helvetica Neue"/>
                <a:cs typeface="Helvetica Neue"/>
                <a:sym typeface="Helvetica Neue"/>
              </a:rPr>
              <a:t>var</a:t>
            </a:r>
            <a:r>
              <a:rPr lang="en" sz="1000">
                <a:latin typeface="Helvetica Neue"/>
                <a:ea typeface="Helvetica Neue"/>
                <a:cs typeface="Helvetica Neue"/>
                <a:sym typeface="Helvetica Neue"/>
              </a:rPr>
              <a:t> </a:t>
            </a: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 = </a:t>
            </a: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 || [];</a:t>
            </a:r>
            <a:endParaRPr sz="1000">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.push({</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event: </a:t>
            </a:r>
            <a:r>
              <a:rPr lang="en" sz="1000">
                <a:solidFill>
                  <a:srgbClr val="188038"/>
                </a:solidFill>
                <a:latin typeface="Helvetica Neue"/>
                <a:ea typeface="Helvetica Neue"/>
                <a:cs typeface="Helvetica Neue"/>
                <a:sym typeface="Helvetica Neue"/>
              </a:rPr>
              <a:t>"Link Clicks"</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userInteraction: {</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timestamp: </a:t>
            </a:r>
            <a:r>
              <a:rPr lang="en" sz="1000">
                <a:solidFill>
                  <a:srgbClr val="188038"/>
                </a:solidFill>
                <a:latin typeface="Helvetica Neue"/>
                <a:ea typeface="Helvetica Neue"/>
                <a:cs typeface="Helvetica Neue"/>
                <a:sym typeface="Helvetica Neue"/>
              </a:rPr>
              <a:t>&lt;Timestamp MM/DD/YYYY format&gt;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domain: </a:t>
            </a:r>
            <a:r>
              <a:rPr lang="en" sz="1000">
                <a:solidFill>
                  <a:srgbClr val="188038"/>
                </a:solidFill>
                <a:latin typeface="Helvetica Neue"/>
                <a:ea typeface="Helvetica Neue"/>
                <a:cs typeface="Helvetica Neue"/>
                <a:sym typeface="Helvetica Neue"/>
              </a:rPr>
              <a:t>&lt;website domain&gt;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previousPage: </a:t>
            </a:r>
            <a:r>
              <a:rPr lang="en" sz="1000">
                <a:solidFill>
                  <a:srgbClr val="188038"/>
                </a:solidFill>
                <a:latin typeface="Helvetica Neue"/>
                <a:ea typeface="Helvetica Neue"/>
                <a:cs typeface="Helvetica Neue"/>
                <a:sym typeface="Helvetica Neue"/>
              </a:rPr>
              <a:t>&lt;previous page&gt;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pageName: </a:t>
            </a:r>
            <a:r>
              <a:rPr lang="en" sz="1000">
                <a:solidFill>
                  <a:srgbClr val="188038"/>
                </a:solidFill>
                <a:latin typeface="Helvetica Neue"/>
                <a:ea typeface="Helvetica Neue"/>
                <a:cs typeface="Helvetica Neue"/>
                <a:sym typeface="Helvetica Neue"/>
              </a:rPr>
              <a:t>"Energy Spotlight"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siteSection: </a:t>
            </a:r>
            <a:r>
              <a:rPr lang="en" sz="1000">
                <a:solidFill>
                  <a:srgbClr val="188038"/>
                </a:solidFill>
                <a:latin typeface="Helvetica Neue"/>
                <a:ea typeface="Helvetica Neue"/>
                <a:cs typeface="Helvetica Neue"/>
                <a:sym typeface="Helvetica Neue"/>
              </a:rPr>
              <a:t>"Energy Stories"</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pageType: </a:t>
            </a:r>
            <a:r>
              <a:rPr lang="en" sz="1000">
                <a:solidFill>
                  <a:srgbClr val="188038"/>
                </a:solidFill>
                <a:latin typeface="Helvetica Neue"/>
                <a:ea typeface="Helvetica Neue"/>
                <a:cs typeface="Helvetica Neue"/>
                <a:sym typeface="Helvetica Neue"/>
              </a:rPr>
              <a:t>"Full Website"</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destinationURL: </a:t>
            </a:r>
            <a:r>
              <a:rPr lang="en" sz="1000">
                <a:solidFill>
                  <a:srgbClr val="188038"/>
                </a:solidFill>
                <a:latin typeface="Helvetica Neue"/>
                <a:ea typeface="Helvetica Neue"/>
                <a:cs typeface="Helvetica Neue"/>
                <a:sym typeface="Helvetica Neue"/>
              </a:rPr>
              <a:t>&lt;URL of external destination&gt;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pageURL: </a:t>
            </a:r>
            <a:r>
              <a:rPr lang="en" sz="1000">
                <a:solidFill>
                  <a:srgbClr val="188038"/>
                </a:solidFill>
                <a:latin typeface="Helvetica Neue"/>
                <a:ea typeface="Helvetica Neue"/>
                <a:cs typeface="Helvetica Neue"/>
                <a:sym typeface="Helvetica Neue"/>
              </a:rPr>
              <a:t>&lt;Page URL&gt;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linkTitle: </a:t>
            </a:r>
            <a:r>
              <a:rPr lang="en" sz="1000">
                <a:solidFill>
                  <a:srgbClr val="188038"/>
                </a:solidFill>
                <a:latin typeface="Helvetica Neue"/>
                <a:ea typeface="Helvetica Neue"/>
                <a:cs typeface="Helvetica Neue"/>
                <a:sym typeface="Helvetica Neue"/>
              </a:rPr>
              <a:t>&lt;Link title e.g. "Conditions of Use"&gt;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pageSection: </a:t>
            </a:r>
            <a:r>
              <a:rPr lang="en" sz="1000">
                <a:solidFill>
                  <a:srgbClr val="188038"/>
                </a:solidFill>
                <a:latin typeface="Helvetica Neue"/>
                <a:ea typeface="Helvetica Neue"/>
                <a:cs typeface="Helvetica Neue"/>
                <a:sym typeface="Helvetica Neue"/>
              </a:rPr>
              <a:t>“Highlight Slider"</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cleanPageURL: </a:t>
            </a:r>
            <a:r>
              <a:rPr lang="en" sz="1000">
                <a:solidFill>
                  <a:srgbClr val="188038"/>
                </a:solidFill>
                <a:latin typeface="Helvetica Neue"/>
                <a:ea typeface="Helvetica Neue"/>
                <a:cs typeface="Helvetica Neue"/>
                <a:sym typeface="Helvetica Neue"/>
              </a:rPr>
              <a:t>&lt;Clean URL of the current page&gt;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component: </a:t>
            </a:r>
            <a:r>
              <a:rPr lang="en" sz="1000">
                <a:solidFill>
                  <a:srgbClr val="188038"/>
                </a:solidFill>
                <a:latin typeface="Helvetica Neue"/>
                <a:ea typeface="Helvetica Neue"/>
                <a:cs typeface="Helvetica Neue"/>
                <a:sym typeface="Helvetica Neue"/>
              </a:rPr>
              <a:t>&lt;C43&gt;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p:txBody>
      </p:sp>
      <p:sp>
        <p:nvSpPr>
          <p:cNvPr id="593" name="Google Shape;593;p114"/>
          <p:cNvSpPr/>
          <p:nvPr/>
        </p:nvSpPr>
        <p:spPr>
          <a:xfrm>
            <a:off x="962871" y="2902659"/>
            <a:ext cx="360300" cy="2466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594" name="Google Shape;594;p114"/>
          <p:cNvSpPr/>
          <p:nvPr/>
        </p:nvSpPr>
        <p:spPr>
          <a:xfrm>
            <a:off x="600521" y="2902659"/>
            <a:ext cx="360300" cy="2466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FEF"/>
        </a:solidFill>
      </p:bgPr>
    </p:bg>
    <p:spTree>
      <p:nvGrpSpPr>
        <p:cNvPr id="598" name="Shape 598"/>
        <p:cNvGrpSpPr/>
        <p:nvPr/>
      </p:nvGrpSpPr>
      <p:grpSpPr>
        <a:xfrm>
          <a:off x="0" y="0"/>
          <a:ext cx="0" cy="0"/>
          <a:chOff x="0" y="0"/>
          <a:chExt cx="0" cy="0"/>
        </a:xfrm>
      </p:grpSpPr>
      <p:pic>
        <p:nvPicPr>
          <p:cNvPr id="599" name="Google Shape;599;p115"/>
          <p:cNvPicPr preferRelativeResize="0"/>
          <p:nvPr/>
        </p:nvPicPr>
        <p:blipFill>
          <a:blip r:embed="rId3">
            <a:alphaModFix/>
          </a:blip>
          <a:stretch>
            <a:fillRect/>
          </a:stretch>
        </p:blipFill>
        <p:spPr>
          <a:xfrm>
            <a:off x="450000" y="1673206"/>
            <a:ext cx="4693510" cy="2207501"/>
          </a:xfrm>
          <a:prstGeom prst="rect">
            <a:avLst/>
          </a:prstGeom>
          <a:noFill/>
          <a:ln>
            <a:noFill/>
          </a:ln>
        </p:spPr>
      </p:pic>
      <p:sp>
        <p:nvSpPr>
          <p:cNvPr id="600" name="Google Shape;600;p115"/>
          <p:cNvSpPr txBox="1"/>
          <p:nvPr/>
        </p:nvSpPr>
        <p:spPr>
          <a:xfrm>
            <a:off x="335925" y="413025"/>
            <a:ext cx="7181700" cy="7338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3000">
                <a:solidFill>
                  <a:srgbClr val="016161"/>
                </a:solidFill>
                <a:latin typeface="Helvetica Neue"/>
                <a:ea typeface="Helvetica Neue"/>
                <a:cs typeface="Helvetica Neue"/>
                <a:sym typeface="Helvetica Neue"/>
              </a:rPr>
              <a:t>Energy Spotlight | C-43</a:t>
            </a:r>
            <a:endParaRPr b="1" sz="3000">
              <a:solidFill>
                <a:srgbClr val="016161"/>
              </a:solidFill>
              <a:latin typeface="Helvetica Neue"/>
              <a:ea typeface="Helvetica Neue"/>
              <a:cs typeface="Helvetica Neue"/>
              <a:sym typeface="Helvetica Neue"/>
            </a:endParaRPr>
          </a:p>
          <a:p>
            <a:pPr indent="0" lvl="0" marL="0" rtl="0" algn="l">
              <a:lnSpc>
                <a:spcPct val="80000"/>
              </a:lnSpc>
              <a:spcBef>
                <a:spcPts val="0"/>
              </a:spcBef>
              <a:spcAft>
                <a:spcPts val="0"/>
              </a:spcAft>
              <a:buNone/>
            </a:pPr>
            <a:r>
              <a:rPr lang="en" sz="1900">
                <a:solidFill>
                  <a:srgbClr val="016161"/>
                </a:solidFill>
                <a:latin typeface="Helvetica Neue"/>
                <a:ea typeface="Helvetica Neue"/>
                <a:cs typeface="Helvetica Neue"/>
                <a:sym typeface="Helvetica Neue"/>
              </a:rPr>
              <a:t>Highlight Slider</a:t>
            </a:r>
            <a:endParaRPr sz="1900">
              <a:solidFill>
                <a:srgbClr val="4285F4"/>
              </a:solidFill>
              <a:latin typeface="Google Sans"/>
              <a:ea typeface="Google Sans"/>
              <a:cs typeface="Google Sans"/>
              <a:sym typeface="Google Sans"/>
            </a:endParaRPr>
          </a:p>
        </p:txBody>
      </p:sp>
      <p:sp>
        <p:nvSpPr>
          <p:cNvPr id="601" name="Google Shape;601;p115"/>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Energy Spotlight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602" name="Google Shape;602;p115"/>
          <p:cNvSpPr/>
          <p:nvPr/>
        </p:nvSpPr>
        <p:spPr>
          <a:xfrm>
            <a:off x="962871" y="2902659"/>
            <a:ext cx="360300" cy="2466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603" name="Google Shape;603;p115"/>
          <p:cNvSpPr/>
          <p:nvPr/>
        </p:nvSpPr>
        <p:spPr>
          <a:xfrm>
            <a:off x="600521" y="2902659"/>
            <a:ext cx="360300" cy="2466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604" name="Google Shape;604;p115"/>
          <p:cNvSpPr txBox="1"/>
          <p:nvPr/>
        </p:nvSpPr>
        <p:spPr>
          <a:xfrm>
            <a:off x="449997" y="4339800"/>
            <a:ext cx="44928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*This interaction can be represented as a CTA or Link Click</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605" name="Google Shape;605;p115"/>
          <p:cNvSpPr txBox="1"/>
          <p:nvPr/>
        </p:nvSpPr>
        <p:spPr>
          <a:xfrm>
            <a:off x="5459350" y="1380150"/>
            <a:ext cx="3394800" cy="27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000">
                <a:latin typeface="Helvetica Neue"/>
                <a:ea typeface="Helvetica Neue"/>
                <a:cs typeface="Helvetica Neue"/>
                <a:sym typeface="Helvetica Neue"/>
              </a:rPr>
              <a:t>Event:</a:t>
            </a:r>
            <a:r>
              <a:rPr lang="en" sz="1000">
                <a:latin typeface="Helvetica Neue"/>
                <a:ea typeface="Helvetica Neue"/>
                <a:cs typeface="Helvetica Neue"/>
                <a:sym typeface="Helvetica Neue"/>
              </a:rPr>
              <a:t> </a:t>
            </a:r>
            <a:r>
              <a:rPr lang="en" sz="1000">
                <a:solidFill>
                  <a:srgbClr val="188038"/>
                </a:solidFill>
                <a:latin typeface="Helvetica Neue"/>
                <a:ea typeface="Helvetica Neue"/>
                <a:cs typeface="Helvetica Neue"/>
                <a:sym typeface="Helvetica Neue"/>
              </a:rPr>
              <a:t>CTA Clicks</a:t>
            </a:r>
            <a:r>
              <a:rPr lang="en" sz="1000">
                <a:latin typeface="Helvetica Neue"/>
                <a:ea typeface="Helvetica Neue"/>
                <a:cs typeface="Helvetica Neue"/>
                <a:sym typeface="Helvetica Neue"/>
              </a:rPr>
              <a:t> (event1)</a:t>
            </a:r>
            <a:endParaRPr sz="1000">
              <a:latin typeface="Helvetica Neue"/>
              <a:ea typeface="Helvetica Neue"/>
              <a:cs typeface="Helvetica Neue"/>
              <a:sym typeface="Helvetica Neue"/>
            </a:endParaRPr>
          </a:p>
          <a:p>
            <a:pPr indent="-292100" lvl="0" marL="457200" rtl="0" algn="l">
              <a:lnSpc>
                <a:spcPct val="115000"/>
              </a:lnSpc>
              <a:spcBef>
                <a:spcPts val="1200"/>
              </a:spcBef>
              <a:spcAft>
                <a:spcPts val="0"/>
              </a:spcAft>
              <a:buSzPts val="1000"/>
              <a:buChar char="●"/>
            </a:pPr>
            <a:r>
              <a:rPr lang="en" sz="1000">
                <a:latin typeface="Helvetica Neue"/>
                <a:ea typeface="Helvetica Neue"/>
                <a:cs typeface="Helvetica Neue"/>
                <a:sym typeface="Helvetica Neue"/>
              </a:rPr>
              <a:t>Prop 1 (Timestamp): </a:t>
            </a:r>
            <a:r>
              <a:rPr lang="en" sz="1000">
                <a:solidFill>
                  <a:srgbClr val="188038"/>
                </a:solidFill>
                <a:latin typeface="Helvetica Neue"/>
                <a:ea typeface="Helvetica Neue"/>
                <a:cs typeface="Helvetica Neue"/>
                <a:sym typeface="Helvetica Neue"/>
              </a:rPr>
              <a:t>&lt;Timestamp MM/DD/YYYY format&gt;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 (Domain): </a:t>
            </a:r>
            <a:r>
              <a:rPr lang="en" sz="1000">
                <a:solidFill>
                  <a:srgbClr val="188038"/>
                </a:solidFill>
                <a:latin typeface="Helvetica Neue"/>
                <a:ea typeface="Helvetica Neue"/>
                <a:cs typeface="Helvetica Neue"/>
                <a:sym typeface="Helvetica Neue"/>
              </a:rPr>
              <a:t>&lt;website domain&gt;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Clr>
                <a:srgbClr val="188038"/>
              </a:buClr>
              <a:buSzPts val="1000"/>
              <a:buFont typeface="Helvetica Neue"/>
              <a:buChar char="●"/>
            </a:pPr>
            <a:r>
              <a:rPr lang="en" sz="1000">
                <a:latin typeface="Helvetica Neue"/>
                <a:ea typeface="Helvetica Neue"/>
                <a:cs typeface="Helvetica Neue"/>
                <a:sym typeface="Helvetica Neue"/>
              </a:rPr>
              <a:t>eVar2 (Previous Page): </a:t>
            </a:r>
            <a:r>
              <a:rPr lang="en" sz="1000">
                <a:solidFill>
                  <a:srgbClr val="188038"/>
                </a:solidFill>
                <a:latin typeface="Helvetica Neue"/>
                <a:ea typeface="Helvetica Neue"/>
                <a:cs typeface="Helvetica Neue"/>
                <a:sym typeface="Helvetica Neue"/>
              </a:rPr>
              <a:t>&lt;previous page&gt;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 (Page name):  </a:t>
            </a:r>
            <a:r>
              <a:rPr lang="en" sz="1000">
                <a:solidFill>
                  <a:srgbClr val="188038"/>
                </a:solidFill>
                <a:latin typeface="Helvetica Neue"/>
                <a:ea typeface="Helvetica Neue"/>
                <a:cs typeface="Helvetica Neue"/>
                <a:sym typeface="Helvetica Neue"/>
              </a:rPr>
              <a:t>"Energy Spotlight"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eVar4 (Site Section): </a:t>
            </a:r>
            <a:r>
              <a:rPr lang="en" sz="1000">
                <a:solidFill>
                  <a:srgbClr val="188038"/>
                </a:solidFill>
                <a:latin typeface="Helvetica Neue"/>
                <a:ea typeface="Helvetica Neue"/>
                <a:cs typeface="Helvetica Neue"/>
                <a:sym typeface="Helvetica Neue"/>
              </a:rPr>
              <a:t>"Energy Stories"</a:t>
            </a:r>
            <a:endParaRPr sz="1000">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eVar10 (Page Type): </a:t>
            </a:r>
            <a:r>
              <a:rPr lang="en" sz="1000">
                <a:solidFill>
                  <a:srgbClr val="188038"/>
                </a:solidFill>
                <a:latin typeface="Helvetica Neue"/>
                <a:ea typeface="Helvetica Neue"/>
                <a:cs typeface="Helvetica Neue"/>
                <a:sym typeface="Helvetica Neue"/>
              </a:rPr>
              <a:t>"Full Website"</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eVar12 (CTA Button): </a:t>
            </a:r>
            <a:r>
              <a:rPr lang="en" sz="1000">
                <a:solidFill>
                  <a:srgbClr val="188038"/>
                </a:solidFill>
                <a:latin typeface="Helvetica Neue"/>
                <a:ea typeface="Helvetica Neue"/>
                <a:cs typeface="Helvetica Neue"/>
                <a:sym typeface="Helvetica Neue"/>
              </a:rPr>
              <a:t>&lt;CTA Button Label&gt;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eVar15 (Page URL): </a:t>
            </a:r>
            <a:r>
              <a:rPr lang="en" sz="1000">
                <a:solidFill>
                  <a:srgbClr val="188038"/>
                </a:solidFill>
                <a:latin typeface="Helvetica Neue"/>
                <a:ea typeface="Helvetica Neue"/>
                <a:cs typeface="Helvetica Neue"/>
                <a:sym typeface="Helvetica Neue"/>
              </a:rPr>
              <a:t>&lt;Page URL&gt;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eVar28 (Page Section): </a:t>
            </a:r>
            <a:r>
              <a:rPr lang="en" sz="1000">
                <a:solidFill>
                  <a:srgbClr val="188038"/>
                </a:solidFill>
                <a:latin typeface="Helvetica Neue"/>
                <a:ea typeface="Helvetica Neue"/>
                <a:cs typeface="Helvetica Neue"/>
                <a:sym typeface="Helvetica Neue"/>
              </a:rPr>
              <a:t>“Highlight Slider"</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eVar31 (Clean Page URL): </a:t>
            </a:r>
            <a:r>
              <a:rPr lang="en" sz="1000">
                <a:solidFill>
                  <a:srgbClr val="188038"/>
                </a:solidFill>
                <a:latin typeface="Helvetica Neue"/>
                <a:ea typeface="Helvetica Neue"/>
                <a:cs typeface="Helvetica Neue"/>
                <a:sym typeface="Helvetica Neue"/>
              </a:rPr>
              <a:t>&lt;Clean URL of the current page&gt;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eVar36 (Component): </a:t>
            </a:r>
            <a:r>
              <a:rPr lang="en" sz="1000">
                <a:solidFill>
                  <a:srgbClr val="188038"/>
                </a:solidFill>
                <a:latin typeface="Helvetica Neue"/>
                <a:ea typeface="Helvetica Neue"/>
                <a:cs typeface="Helvetica Neue"/>
                <a:sym typeface="Helvetica Neue"/>
              </a:rPr>
              <a:t>&lt;C43&gt;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DDDD"/>
        </a:solidFill>
      </p:bgPr>
    </p:bg>
    <p:spTree>
      <p:nvGrpSpPr>
        <p:cNvPr id="609" name="Shape 609"/>
        <p:cNvGrpSpPr/>
        <p:nvPr/>
      </p:nvGrpSpPr>
      <p:grpSpPr>
        <a:xfrm>
          <a:off x="0" y="0"/>
          <a:ext cx="0" cy="0"/>
          <a:chOff x="0" y="0"/>
          <a:chExt cx="0" cy="0"/>
        </a:xfrm>
      </p:grpSpPr>
      <p:pic>
        <p:nvPicPr>
          <p:cNvPr id="610" name="Google Shape;610;p116"/>
          <p:cNvPicPr preferRelativeResize="0"/>
          <p:nvPr/>
        </p:nvPicPr>
        <p:blipFill>
          <a:blip r:embed="rId3">
            <a:alphaModFix/>
          </a:blip>
          <a:stretch>
            <a:fillRect/>
          </a:stretch>
        </p:blipFill>
        <p:spPr>
          <a:xfrm>
            <a:off x="450000" y="1673206"/>
            <a:ext cx="4693510" cy="2207501"/>
          </a:xfrm>
          <a:prstGeom prst="rect">
            <a:avLst/>
          </a:prstGeom>
          <a:noFill/>
          <a:ln>
            <a:noFill/>
          </a:ln>
        </p:spPr>
      </p:pic>
      <p:sp>
        <p:nvSpPr>
          <p:cNvPr id="611" name="Google Shape;611;p116"/>
          <p:cNvSpPr txBox="1"/>
          <p:nvPr/>
        </p:nvSpPr>
        <p:spPr>
          <a:xfrm>
            <a:off x="335925" y="413025"/>
            <a:ext cx="7181700" cy="7338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3000">
                <a:solidFill>
                  <a:srgbClr val="016161"/>
                </a:solidFill>
                <a:latin typeface="Helvetica Neue"/>
                <a:ea typeface="Helvetica Neue"/>
                <a:cs typeface="Helvetica Neue"/>
                <a:sym typeface="Helvetica Neue"/>
              </a:rPr>
              <a:t>Energy Spotlight | C-43</a:t>
            </a:r>
            <a:endParaRPr b="1" sz="3000">
              <a:solidFill>
                <a:srgbClr val="016161"/>
              </a:solidFill>
              <a:latin typeface="Helvetica Neue"/>
              <a:ea typeface="Helvetica Neue"/>
              <a:cs typeface="Helvetica Neue"/>
              <a:sym typeface="Helvetica Neue"/>
            </a:endParaRPr>
          </a:p>
          <a:p>
            <a:pPr indent="0" lvl="0" marL="0" rtl="0" algn="l">
              <a:lnSpc>
                <a:spcPct val="80000"/>
              </a:lnSpc>
              <a:spcBef>
                <a:spcPts val="0"/>
              </a:spcBef>
              <a:spcAft>
                <a:spcPts val="0"/>
              </a:spcAft>
              <a:buNone/>
            </a:pPr>
            <a:r>
              <a:rPr lang="en" sz="1900">
                <a:solidFill>
                  <a:srgbClr val="016161"/>
                </a:solidFill>
                <a:latin typeface="Helvetica Neue"/>
                <a:ea typeface="Helvetica Neue"/>
                <a:cs typeface="Helvetica Neue"/>
                <a:sym typeface="Helvetica Neue"/>
              </a:rPr>
              <a:t>Highlight Slider | DataLayer Push</a:t>
            </a:r>
            <a:endParaRPr sz="1900">
              <a:solidFill>
                <a:srgbClr val="4285F4"/>
              </a:solidFill>
              <a:latin typeface="Google Sans"/>
              <a:ea typeface="Google Sans"/>
              <a:cs typeface="Google Sans"/>
              <a:sym typeface="Google Sans"/>
            </a:endParaRPr>
          </a:p>
        </p:txBody>
      </p:sp>
      <p:sp>
        <p:nvSpPr>
          <p:cNvPr id="612" name="Google Shape;612;p116"/>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Energy Spotlight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613" name="Google Shape;613;p116"/>
          <p:cNvSpPr txBox="1"/>
          <p:nvPr/>
        </p:nvSpPr>
        <p:spPr>
          <a:xfrm>
            <a:off x="5444850" y="1335475"/>
            <a:ext cx="3611700" cy="2818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0070C0"/>
                </a:solidFill>
                <a:latin typeface="Helvetica Neue"/>
                <a:ea typeface="Helvetica Neue"/>
                <a:cs typeface="Helvetica Neue"/>
                <a:sym typeface="Helvetica Neue"/>
              </a:rPr>
              <a:t>var</a:t>
            </a:r>
            <a:r>
              <a:rPr lang="en" sz="1000">
                <a:latin typeface="Helvetica Neue"/>
                <a:ea typeface="Helvetica Neue"/>
                <a:cs typeface="Helvetica Neue"/>
                <a:sym typeface="Helvetica Neue"/>
              </a:rPr>
              <a:t> </a:t>
            </a: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 = </a:t>
            </a: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 || [];</a:t>
            </a:r>
            <a:endParaRPr sz="1000">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.push({</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event: </a:t>
            </a:r>
            <a:r>
              <a:rPr lang="en" sz="1000">
                <a:solidFill>
                  <a:srgbClr val="00843D"/>
                </a:solidFill>
                <a:latin typeface="Helvetica Neue"/>
                <a:ea typeface="Helvetica Neue"/>
                <a:cs typeface="Helvetica Neue"/>
                <a:sym typeface="Helvetica Neue"/>
              </a:rPr>
              <a:t>"CTA Clicks"</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userInteraction: {</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timestamp: </a:t>
            </a:r>
            <a:r>
              <a:rPr lang="en" sz="1000">
                <a:solidFill>
                  <a:srgbClr val="188038"/>
                </a:solidFill>
                <a:latin typeface="Helvetica Neue"/>
                <a:ea typeface="Helvetica Neue"/>
                <a:cs typeface="Helvetica Neue"/>
                <a:sym typeface="Helvetica Neue"/>
              </a:rPr>
              <a:t>&lt;Timestamp MM/DD/YYYY format&gt;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domain: </a:t>
            </a:r>
            <a:r>
              <a:rPr lang="en" sz="1000">
                <a:solidFill>
                  <a:srgbClr val="188038"/>
                </a:solidFill>
                <a:latin typeface="Helvetica Neue"/>
                <a:ea typeface="Helvetica Neue"/>
                <a:cs typeface="Helvetica Neue"/>
                <a:sym typeface="Helvetica Neue"/>
              </a:rPr>
              <a:t>&lt;website domain&gt;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previousPage: </a:t>
            </a:r>
            <a:r>
              <a:rPr lang="en" sz="1000">
                <a:solidFill>
                  <a:srgbClr val="188038"/>
                </a:solidFill>
                <a:latin typeface="Helvetica Neue"/>
                <a:ea typeface="Helvetica Neue"/>
                <a:cs typeface="Helvetica Neue"/>
                <a:sym typeface="Helvetica Neue"/>
              </a:rPr>
              <a:t>&lt;previous page&gt;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pageName: </a:t>
            </a:r>
            <a:r>
              <a:rPr lang="en" sz="1000">
                <a:solidFill>
                  <a:srgbClr val="188038"/>
                </a:solidFill>
                <a:latin typeface="Helvetica Neue"/>
                <a:ea typeface="Helvetica Neue"/>
                <a:cs typeface="Helvetica Neue"/>
                <a:sym typeface="Helvetica Neue"/>
              </a:rPr>
              <a:t>"Energy Spotlight"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siteSection: </a:t>
            </a:r>
            <a:r>
              <a:rPr lang="en" sz="1000">
                <a:solidFill>
                  <a:srgbClr val="188038"/>
                </a:solidFill>
                <a:latin typeface="Helvetica Neue"/>
                <a:ea typeface="Helvetica Neue"/>
                <a:cs typeface="Helvetica Neue"/>
                <a:sym typeface="Helvetica Neue"/>
              </a:rPr>
              <a:t>"Energy Stories"</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pageType: </a:t>
            </a:r>
            <a:r>
              <a:rPr lang="en" sz="1000">
                <a:solidFill>
                  <a:srgbClr val="188038"/>
                </a:solidFill>
                <a:latin typeface="Helvetica Neue"/>
                <a:ea typeface="Helvetica Neue"/>
                <a:cs typeface="Helvetica Neue"/>
                <a:sym typeface="Helvetica Neue"/>
              </a:rPr>
              <a:t>"Full Website"</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ctaButton: </a:t>
            </a:r>
            <a:r>
              <a:rPr lang="en" sz="1000">
                <a:solidFill>
                  <a:srgbClr val="188038"/>
                </a:solidFill>
                <a:latin typeface="Helvetica Neue"/>
                <a:ea typeface="Helvetica Neue"/>
                <a:cs typeface="Helvetica Neue"/>
                <a:sym typeface="Helvetica Neue"/>
              </a:rPr>
              <a:t>&lt;CTA Button Label&gt;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pageURL: </a:t>
            </a:r>
            <a:r>
              <a:rPr lang="en" sz="1000">
                <a:solidFill>
                  <a:srgbClr val="188038"/>
                </a:solidFill>
                <a:latin typeface="Helvetica Neue"/>
                <a:ea typeface="Helvetica Neue"/>
                <a:cs typeface="Helvetica Neue"/>
                <a:sym typeface="Helvetica Neue"/>
              </a:rPr>
              <a:t>&lt;Page URL&gt;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pageSection: </a:t>
            </a:r>
            <a:r>
              <a:rPr lang="en" sz="1000">
                <a:solidFill>
                  <a:srgbClr val="188038"/>
                </a:solidFill>
                <a:latin typeface="Helvetica Neue"/>
                <a:ea typeface="Helvetica Neue"/>
                <a:cs typeface="Helvetica Neue"/>
                <a:sym typeface="Helvetica Neue"/>
              </a:rPr>
              <a:t>“Highlight Slider"</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cleanPageURL: </a:t>
            </a:r>
            <a:r>
              <a:rPr lang="en" sz="1000">
                <a:solidFill>
                  <a:srgbClr val="188038"/>
                </a:solidFill>
                <a:latin typeface="Helvetica Neue"/>
                <a:ea typeface="Helvetica Neue"/>
                <a:cs typeface="Helvetica Neue"/>
                <a:sym typeface="Helvetica Neue"/>
              </a:rPr>
              <a:t>&lt;Clean URL of the current page&gt;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component: </a:t>
            </a:r>
            <a:r>
              <a:rPr lang="en" sz="1000">
                <a:solidFill>
                  <a:srgbClr val="188038"/>
                </a:solidFill>
                <a:latin typeface="Helvetica Neue"/>
                <a:ea typeface="Helvetica Neue"/>
                <a:cs typeface="Helvetica Neue"/>
                <a:sym typeface="Helvetica Neue"/>
              </a:rPr>
              <a:t>&lt;C43&gt;</a:t>
            </a:r>
            <a:endParaRPr sz="1000">
              <a:solidFill>
                <a:srgbClr val="188038"/>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p:txBody>
      </p:sp>
      <p:sp>
        <p:nvSpPr>
          <p:cNvPr id="614" name="Google Shape;614;p116"/>
          <p:cNvSpPr/>
          <p:nvPr/>
        </p:nvSpPr>
        <p:spPr>
          <a:xfrm>
            <a:off x="962871" y="2902659"/>
            <a:ext cx="360300" cy="2466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615" name="Google Shape;615;p116"/>
          <p:cNvSpPr/>
          <p:nvPr/>
        </p:nvSpPr>
        <p:spPr>
          <a:xfrm>
            <a:off x="600521" y="2902659"/>
            <a:ext cx="360300" cy="2466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FEF"/>
        </a:solidFill>
      </p:bgPr>
    </p:bg>
    <p:spTree>
      <p:nvGrpSpPr>
        <p:cNvPr id="619" name="Shape 619"/>
        <p:cNvGrpSpPr/>
        <p:nvPr/>
      </p:nvGrpSpPr>
      <p:grpSpPr>
        <a:xfrm>
          <a:off x="0" y="0"/>
          <a:ext cx="0" cy="0"/>
          <a:chOff x="0" y="0"/>
          <a:chExt cx="0" cy="0"/>
        </a:xfrm>
      </p:grpSpPr>
      <p:pic>
        <p:nvPicPr>
          <p:cNvPr id="620" name="Google Shape;620;p117"/>
          <p:cNvPicPr preferRelativeResize="0"/>
          <p:nvPr/>
        </p:nvPicPr>
        <p:blipFill>
          <a:blip r:embed="rId3">
            <a:alphaModFix/>
          </a:blip>
          <a:stretch>
            <a:fillRect/>
          </a:stretch>
        </p:blipFill>
        <p:spPr>
          <a:xfrm>
            <a:off x="230900" y="1264375"/>
            <a:ext cx="5131699" cy="2854450"/>
          </a:xfrm>
          <a:prstGeom prst="rect">
            <a:avLst/>
          </a:prstGeom>
          <a:noFill/>
          <a:ln>
            <a:noFill/>
          </a:ln>
        </p:spPr>
      </p:pic>
      <p:sp>
        <p:nvSpPr>
          <p:cNvPr id="621" name="Google Shape;621;p117"/>
          <p:cNvSpPr txBox="1"/>
          <p:nvPr/>
        </p:nvSpPr>
        <p:spPr>
          <a:xfrm>
            <a:off x="335925" y="413025"/>
            <a:ext cx="7181700" cy="7338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3000">
                <a:solidFill>
                  <a:srgbClr val="016161"/>
                </a:solidFill>
                <a:latin typeface="Helvetica Neue"/>
                <a:ea typeface="Helvetica Neue"/>
                <a:cs typeface="Helvetica Neue"/>
                <a:sym typeface="Helvetica Neue"/>
              </a:rPr>
              <a:t>Energy Spotlight | C-38.1</a:t>
            </a:r>
            <a:endParaRPr b="1" sz="3000">
              <a:solidFill>
                <a:srgbClr val="016161"/>
              </a:solidFill>
              <a:latin typeface="Helvetica Neue"/>
              <a:ea typeface="Helvetica Neue"/>
              <a:cs typeface="Helvetica Neue"/>
              <a:sym typeface="Helvetica Neue"/>
            </a:endParaRPr>
          </a:p>
          <a:p>
            <a:pPr indent="0" lvl="0" marL="0" rtl="0" algn="l">
              <a:lnSpc>
                <a:spcPct val="80000"/>
              </a:lnSpc>
              <a:spcBef>
                <a:spcPts val="0"/>
              </a:spcBef>
              <a:spcAft>
                <a:spcPts val="0"/>
              </a:spcAft>
              <a:buNone/>
            </a:pPr>
            <a:r>
              <a:rPr lang="en" sz="1900">
                <a:solidFill>
                  <a:srgbClr val="016161"/>
                </a:solidFill>
                <a:latin typeface="Helvetica Neue"/>
                <a:ea typeface="Helvetica Neue"/>
                <a:cs typeface="Helvetica Neue"/>
                <a:sym typeface="Helvetica Neue"/>
              </a:rPr>
              <a:t>Teaser Small Cards</a:t>
            </a:r>
            <a:endParaRPr sz="1900">
              <a:solidFill>
                <a:srgbClr val="4285F4"/>
              </a:solidFill>
              <a:latin typeface="Google Sans"/>
              <a:ea typeface="Google Sans"/>
              <a:cs typeface="Google Sans"/>
              <a:sym typeface="Google Sans"/>
            </a:endParaRPr>
          </a:p>
        </p:txBody>
      </p:sp>
      <p:sp>
        <p:nvSpPr>
          <p:cNvPr id="622" name="Google Shape;622;p117"/>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Energy Spotlight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623" name="Google Shape;623;p117"/>
          <p:cNvSpPr/>
          <p:nvPr/>
        </p:nvSpPr>
        <p:spPr>
          <a:xfrm>
            <a:off x="5002296" y="3579384"/>
            <a:ext cx="360300" cy="2466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624" name="Google Shape;624;p117"/>
          <p:cNvSpPr txBox="1"/>
          <p:nvPr/>
        </p:nvSpPr>
        <p:spPr>
          <a:xfrm>
            <a:off x="5715025" y="1117800"/>
            <a:ext cx="3174900" cy="3147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000">
                <a:latin typeface="Helvetica Neue"/>
                <a:ea typeface="Helvetica Neue"/>
                <a:cs typeface="Helvetica Neue"/>
                <a:sym typeface="Helvetica Neue"/>
              </a:rPr>
              <a:t>Event:</a:t>
            </a:r>
            <a:r>
              <a:rPr lang="en" sz="1000">
                <a:latin typeface="Helvetica Neue"/>
                <a:ea typeface="Helvetica Neue"/>
                <a:cs typeface="Helvetica Neue"/>
                <a:sym typeface="Helvetica Neue"/>
              </a:rPr>
              <a:t> </a:t>
            </a:r>
            <a:r>
              <a:rPr lang="en" sz="1000">
                <a:solidFill>
                  <a:srgbClr val="188038"/>
                </a:solidFill>
                <a:latin typeface="Helvetica Neue"/>
                <a:ea typeface="Helvetica Neue"/>
                <a:cs typeface="Helvetica Neue"/>
                <a:sym typeface="Helvetica Neue"/>
              </a:rPr>
              <a:t>Link Clicks</a:t>
            </a:r>
            <a:r>
              <a:rPr lang="en" sz="1000">
                <a:latin typeface="Helvetica Neue"/>
                <a:ea typeface="Helvetica Neue"/>
                <a:cs typeface="Helvetica Neue"/>
                <a:sym typeface="Helvetica Neue"/>
              </a:rPr>
              <a:t> (event2)</a:t>
            </a:r>
            <a:endParaRPr sz="1000">
              <a:latin typeface="Helvetica Neue"/>
              <a:ea typeface="Helvetica Neue"/>
              <a:cs typeface="Helvetica Neue"/>
              <a:sym typeface="Helvetica Neue"/>
            </a:endParaRPr>
          </a:p>
          <a:p>
            <a:pPr indent="-292100" lvl="0" marL="457200" rtl="0" algn="l">
              <a:lnSpc>
                <a:spcPct val="115000"/>
              </a:lnSpc>
              <a:spcBef>
                <a:spcPts val="1200"/>
              </a:spcBef>
              <a:spcAft>
                <a:spcPts val="0"/>
              </a:spcAft>
              <a:buSzPts val="1000"/>
              <a:buChar char="●"/>
            </a:pPr>
            <a:r>
              <a:rPr lang="en" sz="1000">
                <a:latin typeface="Helvetica Neue"/>
                <a:ea typeface="Helvetica Neue"/>
                <a:cs typeface="Helvetica Neue"/>
                <a:sym typeface="Helvetica Neue"/>
              </a:rPr>
              <a:t>Prop 1 (Timestamp): </a:t>
            </a:r>
            <a:r>
              <a:rPr lang="en" sz="1000">
                <a:solidFill>
                  <a:srgbClr val="188038"/>
                </a:solidFill>
                <a:latin typeface="Helvetica Neue"/>
                <a:ea typeface="Helvetica Neue"/>
                <a:cs typeface="Helvetica Neue"/>
                <a:sym typeface="Helvetica Neue"/>
              </a:rPr>
              <a:t>&lt;Timestamp MM/DD/YYYY format&gt;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 (Domain): </a:t>
            </a:r>
            <a:r>
              <a:rPr lang="en" sz="1000">
                <a:solidFill>
                  <a:srgbClr val="188038"/>
                </a:solidFill>
                <a:latin typeface="Helvetica Neue"/>
                <a:ea typeface="Helvetica Neue"/>
                <a:cs typeface="Helvetica Neue"/>
                <a:sym typeface="Helvetica Neue"/>
              </a:rPr>
              <a:t>&lt;website domain&gt;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Clr>
                <a:srgbClr val="188038"/>
              </a:buClr>
              <a:buSzPts val="1000"/>
              <a:buFont typeface="Helvetica Neue"/>
              <a:buChar char="●"/>
            </a:pPr>
            <a:r>
              <a:rPr lang="en" sz="1000">
                <a:latin typeface="Helvetica Neue"/>
                <a:ea typeface="Helvetica Neue"/>
                <a:cs typeface="Helvetica Neue"/>
                <a:sym typeface="Helvetica Neue"/>
              </a:rPr>
              <a:t>eVar2 (Previous Page): </a:t>
            </a:r>
            <a:r>
              <a:rPr lang="en" sz="1000">
                <a:solidFill>
                  <a:srgbClr val="188038"/>
                </a:solidFill>
                <a:latin typeface="Helvetica Neue"/>
                <a:ea typeface="Helvetica Neue"/>
                <a:cs typeface="Helvetica Neue"/>
                <a:sym typeface="Helvetica Neue"/>
              </a:rPr>
              <a:t>&lt;previous page&gt;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 (Page name):  </a:t>
            </a:r>
            <a:r>
              <a:rPr lang="en" sz="1000">
                <a:solidFill>
                  <a:srgbClr val="188038"/>
                </a:solidFill>
                <a:latin typeface="Helvetica Neue"/>
                <a:ea typeface="Helvetica Neue"/>
                <a:cs typeface="Helvetica Neue"/>
                <a:sym typeface="Helvetica Neue"/>
              </a:rPr>
              <a:t>"Energy Spotlight"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eVar4 (Site Section): </a:t>
            </a:r>
            <a:r>
              <a:rPr lang="en" sz="1000">
                <a:solidFill>
                  <a:srgbClr val="188038"/>
                </a:solidFill>
                <a:latin typeface="Helvetica Neue"/>
                <a:ea typeface="Helvetica Neue"/>
                <a:cs typeface="Helvetica Neue"/>
                <a:sym typeface="Helvetica Neue"/>
              </a:rPr>
              <a:t>"Energy Stories"</a:t>
            </a:r>
            <a:endParaRPr sz="1000">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eVar10 (Page Type): </a:t>
            </a:r>
            <a:r>
              <a:rPr lang="en" sz="1000">
                <a:solidFill>
                  <a:srgbClr val="188038"/>
                </a:solidFill>
                <a:latin typeface="Helvetica Neue"/>
                <a:ea typeface="Helvetica Neue"/>
                <a:cs typeface="Helvetica Neue"/>
                <a:sym typeface="Helvetica Neue"/>
              </a:rPr>
              <a:t>"Full Website"</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eVar14 (Destination Link): </a:t>
            </a:r>
            <a:r>
              <a:rPr lang="en" sz="1000">
                <a:solidFill>
                  <a:srgbClr val="188038"/>
                </a:solidFill>
                <a:latin typeface="Helvetica Neue"/>
                <a:ea typeface="Helvetica Neue"/>
                <a:cs typeface="Helvetica Neue"/>
                <a:sym typeface="Helvetica Neue"/>
              </a:rPr>
              <a:t>&lt;URL of external destination&gt;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eVar15 (Page URL): </a:t>
            </a:r>
            <a:r>
              <a:rPr lang="en" sz="1000">
                <a:solidFill>
                  <a:srgbClr val="188038"/>
                </a:solidFill>
                <a:latin typeface="Helvetica Neue"/>
                <a:ea typeface="Helvetica Neue"/>
                <a:cs typeface="Helvetica Neue"/>
                <a:sym typeface="Helvetica Neue"/>
              </a:rPr>
              <a:t>&lt;Page URL&gt;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eVar17 (Link Title): </a:t>
            </a:r>
            <a:r>
              <a:rPr lang="en" sz="1000">
                <a:solidFill>
                  <a:srgbClr val="188038"/>
                </a:solidFill>
                <a:latin typeface="Helvetica Neue"/>
                <a:ea typeface="Helvetica Neue"/>
                <a:cs typeface="Helvetica Neue"/>
                <a:sym typeface="Helvetica Neue"/>
              </a:rPr>
              <a:t>&lt;Link title&gt;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eVar28 (Page Section): </a:t>
            </a:r>
            <a:r>
              <a:rPr lang="en" sz="1000">
                <a:solidFill>
                  <a:srgbClr val="188038"/>
                </a:solidFill>
                <a:latin typeface="Helvetica Neue"/>
                <a:ea typeface="Helvetica Neue"/>
                <a:cs typeface="Helvetica Neue"/>
                <a:sym typeface="Helvetica Neue"/>
              </a:rPr>
              <a:t>“Teaser Small Cards”</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eVar31 (Clean Page URL): </a:t>
            </a:r>
            <a:r>
              <a:rPr lang="en" sz="1000">
                <a:solidFill>
                  <a:srgbClr val="188038"/>
                </a:solidFill>
                <a:latin typeface="Helvetica Neue"/>
                <a:ea typeface="Helvetica Neue"/>
                <a:cs typeface="Helvetica Neue"/>
                <a:sym typeface="Helvetica Neue"/>
              </a:rPr>
              <a:t>&lt;Clean URL of the current page&gt;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eVar36 (Component): </a:t>
            </a:r>
            <a:r>
              <a:rPr lang="en" sz="1000">
                <a:solidFill>
                  <a:srgbClr val="188038"/>
                </a:solidFill>
                <a:latin typeface="Helvetica Neue"/>
                <a:ea typeface="Helvetica Neue"/>
                <a:cs typeface="Helvetica Neue"/>
                <a:sym typeface="Helvetica Neue"/>
              </a:rPr>
              <a:t>&lt;C38.1&gt;</a:t>
            </a:r>
            <a:endParaRPr sz="1000">
              <a:solidFill>
                <a:srgbClr val="188038"/>
              </a:solidFill>
              <a:latin typeface="Helvetica Neue"/>
              <a:ea typeface="Helvetica Neue"/>
              <a:cs typeface="Helvetica Neue"/>
              <a:sym typeface="Helvetica Neue"/>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DDDD"/>
        </a:solidFill>
      </p:bgPr>
    </p:bg>
    <p:spTree>
      <p:nvGrpSpPr>
        <p:cNvPr id="628" name="Shape 628"/>
        <p:cNvGrpSpPr/>
        <p:nvPr/>
      </p:nvGrpSpPr>
      <p:grpSpPr>
        <a:xfrm>
          <a:off x="0" y="0"/>
          <a:ext cx="0" cy="0"/>
          <a:chOff x="0" y="0"/>
          <a:chExt cx="0" cy="0"/>
        </a:xfrm>
      </p:grpSpPr>
      <p:pic>
        <p:nvPicPr>
          <p:cNvPr id="629" name="Google Shape;629;p118"/>
          <p:cNvPicPr preferRelativeResize="0"/>
          <p:nvPr/>
        </p:nvPicPr>
        <p:blipFill>
          <a:blip r:embed="rId3">
            <a:alphaModFix/>
          </a:blip>
          <a:stretch>
            <a:fillRect/>
          </a:stretch>
        </p:blipFill>
        <p:spPr>
          <a:xfrm>
            <a:off x="230900" y="1264375"/>
            <a:ext cx="5131699" cy="2854450"/>
          </a:xfrm>
          <a:prstGeom prst="rect">
            <a:avLst/>
          </a:prstGeom>
          <a:noFill/>
          <a:ln>
            <a:noFill/>
          </a:ln>
        </p:spPr>
      </p:pic>
      <p:sp>
        <p:nvSpPr>
          <p:cNvPr id="630" name="Google Shape;630;p118"/>
          <p:cNvSpPr txBox="1"/>
          <p:nvPr/>
        </p:nvSpPr>
        <p:spPr>
          <a:xfrm>
            <a:off x="335925" y="413025"/>
            <a:ext cx="7181700" cy="7338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3000">
                <a:solidFill>
                  <a:srgbClr val="016161"/>
                </a:solidFill>
                <a:latin typeface="Helvetica Neue"/>
                <a:ea typeface="Helvetica Neue"/>
                <a:cs typeface="Helvetica Neue"/>
                <a:sym typeface="Helvetica Neue"/>
              </a:rPr>
              <a:t>Energy Spotlight | C-38.1</a:t>
            </a:r>
            <a:endParaRPr b="1" sz="3000">
              <a:solidFill>
                <a:srgbClr val="016161"/>
              </a:solidFill>
              <a:latin typeface="Helvetica Neue"/>
              <a:ea typeface="Helvetica Neue"/>
              <a:cs typeface="Helvetica Neue"/>
              <a:sym typeface="Helvetica Neue"/>
            </a:endParaRPr>
          </a:p>
          <a:p>
            <a:pPr indent="0" lvl="0" marL="0" rtl="0" algn="l">
              <a:lnSpc>
                <a:spcPct val="80000"/>
              </a:lnSpc>
              <a:spcBef>
                <a:spcPts val="0"/>
              </a:spcBef>
              <a:spcAft>
                <a:spcPts val="0"/>
              </a:spcAft>
              <a:buNone/>
            </a:pPr>
            <a:r>
              <a:rPr lang="en" sz="1900">
                <a:solidFill>
                  <a:srgbClr val="016161"/>
                </a:solidFill>
                <a:latin typeface="Helvetica Neue"/>
                <a:ea typeface="Helvetica Neue"/>
                <a:cs typeface="Helvetica Neue"/>
                <a:sym typeface="Helvetica Neue"/>
              </a:rPr>
              <a:t>Teaser Small Cards | DataLayer Push</a:t>
            </a:r>
            <a:endParaRPr sz="1900">
              <a:solidFill>
                <a:srgbClr val="4285F4"/>
              </a:solidFill>
              <a:latin typeface="Google Sans"/>
              <a:ea typeface="Google Sans"/>
              <a:cs typeface="Google Sans"/>
              <a:sym typeface="Google Sans"/>
            </a:endParaRPr>
          </a:p>
        </p:txBody>
      </p:sp>
      <p:sp>
        <p:nvSpPr>
          <p:cNvPr id="631" name="Google Shape;631;p118"/>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Energy Spotlight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632" name="Google Shape;632;p118"/>
          <p:cNvSpPr/>
          <p:nvPr/>
        </p:nvSpPr>
        <p:spPr>
          <a:xfrm>
            <a:off x="5002296" y="3579384"/>
            <a:ext cx="360300" cy="2466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633" name="Google Shape;633;p118"/>
          <p:cNvSpPr txBox="1"/>
          <p:nvPr/>
        </p:nvSpPr>
        <p:spPr>
          <a:xfrm>
            <a:off x="5444850" y="1335475"/>
            <a:ext cx="3611700" cy="2991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0070C0"/>
                </a:solidFill>
                <a:latin typeface="Helvetica Neue"/>
                <a:ea typeface="Helvetica Neue"/>
                <a:cs typeface="Helvetica Neue"/>
                <a:sym typeface="Helvetica Neue"/>
              </a:rPr>
              <a:t>var</a:t>
            </a:r>
            <a:r>
              <a:rPr lang="en" sz="1000">
                <a:latin typeface="Helvetica Neue"/>
                <a:ea typeface="Helvetica Neue"/>
                <a:cs typeface="Helvetica Neue"/>
                <a:sym typeface="Helvetica Neue"/>
              </a:rPr>
              <a:t> </a:t>
            </a: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 = </a:t>
            </a: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 || [];</a:t>
            </a:r>
            <a:endParaRPr sz="1000">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.push({</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event: </a:t>
            </a:r>
            <a:r>
              <a:rPr lang="en" sz="1000">
                <a:solidFill>
                  <a:srgbClr val="188038"/>
                </a:solidFill>
                <a:latin typeface="Helvetica Neue"/>
                <a:ea typeface="Helvetica Neue"/>
                <a:cs typeface="Helvetica Neue"/>
                <a:sym typeface="Helvetica Neue"/>
              </a:rPr>
              <a:t>"Link Clicks"</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userInteraction: {</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timestamp: </a:t>
            </a:r>
            <a:r>
              <a:rPr lang="en" sz="1000">
                <a:solidFill>
                  <a:srgbClr val="188038"/>
                </a:solidFill>
                <a:latin typeface="Helvetica Neue"/>
                <a:ea typeface="Helvetica Neue"/>
                <a:cs typeface="Helvetica Neue"/>
                <a:sym typeface="Helvetica Neue"/>
              </a:rPr>
              <a:t>&lt;Timestamp MM/DD/YYYY format&gt;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domain: </a:t>
            </a:r>
            <a:r>
              <a:rPr lang="en" sz="1000">
                <a:solidFill>
                  <a:srgbClr val="188038"/>
                </a:solidFill>
                <a:latin typeface="Helvetica Neue"/>
                <a:ea typeface="Helvetica Neue"/>
                <a:cs typeface="Helvetica Neue"/>
                <a:sym typeface="Helvetica Neue"/>
              </a:rPr>
              <a:t>&lt;website domain&gt;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previousPage: </a:t>
            </a:r>
            <a:r>
              <a:rPr lang="en" sz="1000">
                <a:solidFill>
                  <a:srgbClr val="188038"/>
                </a:solidFill>
                <a:latin typeface="Helvetica Neue"/>
                <a:ea typeface="Helvetica Neue"/>
                <a:cs typeface="Helvetica Neue"/>
                <a:sym typeface="Helvetica Neue"/>
              </a:rPr>
              <a:t>&lt;previous page&gt;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pageName: </a:t>
            </a:r>
            <a:r>
              <a:rPr lang="en" sz="1000">
                <a:solidFill>
                  <a:srgbClr val="188038"/>
                </a:solidFill>
                <a:latin typeface="Helvetica Neue"/>
                <a:ea typeface="Helvetica Neue"/>
                <a:cs typeface="Helvetica Neue"/>
                <a:sym typeface="Helvetica Neue"/>
              </a:rPr>
              <a:t>"Energy Spotlight"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siteSection: </a:t>
            </a:r>
            <a:r>
              <a:rPr lang="en" sz="1000">
                <a:solidFill>
                  <a:srgbClr val="188038"/>
                </a:solidFill>
                <a:latin typeface="Helvetica Neue"/>
                <a:ea typeface="Helvetica Neue"/>
                <a:cs typeface="Helvetica Neue"/>
                <a:sym typeface="Helvetica Neue"/>
              </a:rPr>
              <a:t>"Energy Stories"</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pageType: </a:t>
            </a:r>
            <a:r>
              <a:rPr lang="en" sz="1000">
                <a:solidFill>
                  <a:srgbClr val="188038"/>
                </a:solidFill>
                <a:latin typeface="Helvetica Neue"/>
                <a:ea typeface="Helvetica Neue"/>
                <a:cs typeface="Helvetica Neue"/>
                <a:sym typeface="Helvetica Neue"/>
              </a:rPr>
              <a:t>"Full Website"</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destinationURL: </a:t>
            </a:r>
            <a:r>
              <a:rPr lang="en" sz="1000">
                <a:solidFill>
                  <a:srgbClr val="188038"/>
                </a:solidFill>
                <a:latin typeface="Helvetica Neue"/>
                <a:ea typeface="Helvetica Neue"/>
                <a:cs typeface="Helvetica Neue"/>
                <a:sym typeface="Helvetica Neue"/>
              </a:rPr>
              <a:t>&lt;URL of external destination&gt;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pageURL: </a:t>
            </a:r>
            <a:r>
              <a:rPr lang="en" sz="1000">
                <a:solidFill>
                  <a:srgbClr val="188038"/>
                </a:solidFill>
                <a:latin typeface="Helvetica Neue"/>
                <a:ea typeface="Helvetica Neue"/>
                <a:cs typeface="Helvetica Neue"/>
                <a:sym typeface="Helvetica Neue"/>
              </a:rPr>
              <a:t>&lt;Page URL&gt;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linkTitle: </a:t>
            </a:r>
            <a:r>
              <a:rPr lang="en" sz="1000">
                <a:solidFill>
                  <a:srgbClr val="188038"/>
                </a:solidFill>
                <a:latin typeface="Helvetica Neue"/>
                <a:ea typeface="Helvetica Neue"/>
                <a:cs typeface="Helvetica Neue"/>
                <a:sym typeface="Helvetica Neue"/>
              </a:rPr>
              <a:t>&lt;Link title e.g. "Conditions of Use"&gt;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pageSection: </a:t>
            </a:r>
            <a:r>
              <a:rPr lang="en" sz="1000">
                <a:solidFill>
                  <a:srgbClr val="188038"/>
                </a:solidFill>
                <a:latin typeface="Helvetica Neue"/>
                <a:ea typeface="Helvetica Neue"/>
                <a:cs typeface="Helvetica Neue"/>
                <a:sym typeface="Helvetica Neue"/>
              </a:rPr>
              <a:t>“Teaser Small Cards"</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cleanPageURL: </a:t>
            </a:r>
            <a:r>
              <a:rPr lang="en" sz="1000">
                <a:solidFill>
                  <a:srgbClr val="188038"/>
                </a:solidFill>
                <a:latin typeface="Helvetica Neue"/>
                <a:ea typeface="Helvetica Neue"/>
                <a:cs typeface="Helvetica Neue"/>
                <a:sym typeface="Helvetica Neue"/>
              </a:rPr>
              <a:t>&lt;Clean URL of the current page&gt;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component: </a:t>
            </a:r>
            <a:r>
              <a:rPr lang="en" sz="1000">
                <a:solidFill>
                  <a:srgbClr val="188038"/>
                </a:solidFill>
                <a:latin typeface="Helvetica Neue"/>
                <a:ea typeface="Helvetica Neue"/>
                <a:cs typeface="Helvetica Neue"/>
                <a:sym typeface="Helvetica Neue"/>
              </a:rPr>
              <a:t>&lt;C38.1&gt;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FEF"/>
        </a:solidFill>
      </p:bgPr>
    </p:bg>
    <p:spTree>
      <p:nvGrpSpPr>
        <p:cNvPr id="637" name="Shape 637"/>
        <p:cNvGrpSpPr/>
        <p:nvPr/>
      </p:nvGrpSpPr>
      <p:grpSpPr>
        <a:xfrm>
          <a:off x="0" y="0"/>
          <a:ext cx="0" cy="0"/>
          <a:chOff x="0" y="0"/>
          <a:chExt cx="0" cy="0"/>
        </a:xfrm>
      </p:grpSpPr>
      <p:pic>
        <p:nvPicPr>
          <p:cNvPr id="638" name="Google Shape;638;p119"/>
          <p:cNvPicPr preferRelativeResize="0"/>
          <p:nvPr/>
        </p:nvPicPr>
        <p:blipFill>
          <a:blip r:embed="rId3">
            <a:alphaModFix/>
          </a:blip>
          <a:stretch>
            <a:fillRect/>
          </a:stretch>
        </p:blipFill>
        <p:spPr>
          <a:xfrm>
            <a:off x="230900" y="1264375"/>
            <a:ext cx="5131699" cy="2854450"/>
          </a:xfrm>
          <a:prstGeom prst="rect">
            <a:avLst/>
          </a:prstGeom>
          <a:noFill/>
          <a:ln>
            <a:noFill/>
          </a:ln>
        </p:spPr>
      </p:pic>
      <p:sp>
        <p:nvSpPr>
          <p:cNvPr id="639" name="Google Shape;639;p119"/>
          <p:cNvSpPr txBox="1"/>
          <p:nvPr/>
        </p:nvSpPr>
        <p:spPr>
          <a:xfrm>
            <a:off x="335925" y="413025"/>
            <a:ext cx="7181700" cy="7338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3000">
                <a:solidFill>
                  <a:srgbClr val="016161"/>
                </a:solidFill>
                <a:latin typeface="Helvetica Neue"/>
                <a:ea typeface="Helvetica Neue"/>
                <a:cs typeface="Helvetica Neue"/>
                <a:sym typeface="Helvetica Neue"/>
              </a:rPr>
              <a:t>Energy Spotlight | C-38.1</a:t>
            </a:r>
            <a:endParaRPr b="1" sz="3000">
              <a:solidFill>
                <a:srgbClr val="016161"/>
              </a:solidFill>
              <a:latin typeface="Helvetica Neue"/>
              <a:ea typeface="Helvetica Neue"/>
              <a:cs typeface="Helvetica Neue"/>
              <a:sym typeface="Helvetica Neue"/>
            </a:endParaRPr>
          </a:p>
          <a:p>
            <a:pPr indent="0" lvl="0" marL="0" rtl="0" algn="l">
              <a:lnSpc>
                <a:spcPct val="80000"/>
              </a:lnSpc>
              <a:spcBef>
                <a:spcPts val="0"/>
              </a:spcBef>
              <a:spcAft>
                <a:spcPts val="0"/>
              </a:spcAft>
              <a:buNone/>
            </a:pPr>
            <a:r>
              <a:rPr lang="en" sz="1900">
                <a:solidFill>
                  <a:srgbClr val="016161"/>
                </a:solidFill>
                <a:latin typeface="Helvetica Neue"/>
                <a:ea typeface="Helvetica Neue"/>
                <a:cs typeface="Helvetica Neue"/>
                <a:sym typeface="Helvetica Neue"/>
              </a:rPr>
              <a:t>Teaser Small Cards</a:t>
            </a:r>
            <a:endParaRPr sz="1900">
              <a:solidFill>
                <a:srgbClr val="4285F4"/>
              </a:solidFill>
              <a:latin typeface="Google Sans"/>
              <a:ea typeface="Google Sans"/>
              <a:cs typeface="Google Sans"/>
              <a:sym typeface="Google Sans"/>
            </a:endParaRPr>
          </a:p>
        </p:txBody>
      </p:sp>
      <p:sp>
        <p:nvSpPr>
          <p:cNvPr id="640" name="Google Shape;640;p119"/>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Energy Spotlight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641" name="Google Shape;641;p119"/>
          <p:cNvSpPr/>
          <p:nvPr/>
        </p:nvSpPr>
        <p:spPr>
          <a:xfrm>
            <a:off x="5002296" y="3579384"/>
            <a:ext cx="360300" cy="2466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642" name="Google Shape;642;p119"/>
          <p:cNvSpPr txBox="1"/>
          <p:nvPr/>
        </p:nvSpPr>
        <p:spPr>
          <a:xfrm>
            <a:off x="5715025" y="1117800"/>
            <a:ext cx="3174900" cy="2970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000">
                <a:latin typeface="Helvetica Neue"/>
                <a:ea typeface="Helvetica Neue"/>
                <a:cs typeface="Helvetica Neue"/>
                <a:sym typeface="Helvetica Neue"/>
              </a:rPr>
              <a:t>Event:</a:t>
            </a:r>
            <a:r>
              <a:rPr lang="en" sz="1000">
                <a:latin typeface="Helvetica Neue"/>
                <a:ea typeface="Helvetica Neue"/>
                <a:cs typeface="Helvetica Neue"/>
                <a:sym typeface="Helvetica Neue"/>
              </a:rPr>
              <a:t> </a:t>
            </a:r>
            <a:r>
              <a:rPr lang="en" sz="1000">
                <a:solidFill>
                  <a:srgbClr val="188038"/>
                </a:solidFill>
                <a:latin typeface="Helvetica Neue"/>
                <a:ea typeface="Helvetica Neue"/>
                <a:cs typeface="Helvetica Neue"/>
                <a:sym typeface="Helvetica Neue"/>
              </a:rPr>
              <a:t>CTA Clicks</a:t>
            </a:r>
            <a:r>
              <a:rPr lang="en" sz="1000">
                <a:latin typeface="Helvetica Neue"/>
                <a:ea typeface="Helvetica Neue"/>
                <a:cs typeface="Helvetica Neue"/>
                <a:sym typeface="Helvetica Neue"/>
              </a:rPr>
              <a:t> (event1)</a:t>
            </a:r>
            <a:endParaRPr sz="1000">
              <a:latin typeface="Helvetica Neue"/>
              <a:ea typeface="Helvetica Neue"/>
              <a:cs typeface="Helvetica Neue"/>
              <a:sym typeface="Helvetica Neue"/>
            </a:endParaRPr>
          </a:p>
          <a:p>
            <a:pPr indent="-292100" lvl="0" marL="457200" rtl="0" algn="l">
              <a:lnSpc>
                <a:spcPct val="115000"/>
              </a:lnSpc>
              <a:spcBef>
                <a:spcPts val="1200"/>
              </a:spcBef>
              <a:spcAft>
                <a:spcPts val="0"/>
              </a:spcAft>
              <a:buSzPts val="1000"/>
              <a:buChar char="●"/>
            </a:pPr>
            <a:r>
              <a:rPr lang="en" sz="1000">
                <a:latin typeface="Helvetica Neue"/>
                <a:ea typeface="Helvetica Neue"/>
                <a:cs typeface="Helvetica Neue"/>
                <a:sym typeface="Helvetica Neue"/>
              </a:rPr>
              <a:t>Prop 1 (Timestamp): </a:t>
            </a:r>
            <a:r>
              <a:rPr lang="en" sz="1000">
                <a:solidFill>
                  <a:srgbClr val="188038"/>
                </a:solidFill>
                <a:latin typeface="Helvetica Neue"/>
                <a:ea typeface="Helvetica Neue"/>
                <a:cs typeface="Helvetica Neue"/>
                <a:sym typeface="Helvetica Neue"/>
              </a:rPr>
              <a:t>&lt;Timestamp MM/DD/YYYY format&gt;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 (Domain): </a:t>
            </a:r>
            <a:r>
              <a:rPr lang="en" sz="1000">
                <a:solidFill>
                  <a:srgbClr val="188038"/>
                </a:solidFill>
                <a:latin typeface="Helvetica Neue"/>
                <a:ea typeface="Helvetica Neue"/>
                <a:cs typeface="Helvetica Neue"/>
                <a:sym typeface="Helvetica Neue"/>
              </a:rPr>
              <a:t>&lt;website domain&gt;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Clr>
                <a:srgbClr val="188038"/>
              </a:buClr>
              <a:buSzPts val="1000"/>
              <a:buFont typeface="Helvetica Neue"/>
              <a:buChar char="●"/>
            </a:pPr>
            <a:r>
              <a:rPr lang="en" sz="1000">
                <a:latin typeface="Helvetica Neue"/>
                <a:ea typeface="Helvetica Neue"/>
                <a:cs typeface="Helvetica Neue"/>
                <a:sym typeface="Helvetica Neue"/>
              </a:rPr>
              <a:t>eVar2 (Previous Page): </a:t>
            </a:r>
            <a:r>
              <a:rPr lang="en" sz="1000">
                <a:solidFill>
                  <a:srgbClr val="188038"/>
                </a:solidFill>
                <a:latin typeface="Helvetica Neue"/>
                <a:ea typeface="Helvetica Neue"/>
                <a:cs typeface="Helvetica Neue"/>
                <a:sym typeface="Helvetica Neue"/>
              </a:rPr>
              <a:t>&lt;previous page&gt;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 (Page name):  </a:t>
            </a:r>
            <a:r>
              <a:rPr lang="en" sz="1000">
                <a:solidFill>
                  <a:srgbClr val="188038"/>
                </a:solidFill>
                <a:latin typeface="Helvetica Neue"/>
                <a:ea typeface="Helvetica Neue"/>
                <a:cs typeface="Helvetica Neue"/>
                <a:sym typeface="Helvetica Neue"/>
              </a:rPr>
              <a:t>"Energy Spotlight"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eVar4 (Site Section): </a:t>
            </a:r>
            <a:r>
              <a:rPr lang="en" sz="1000">
                <a:solidFill>
                  <a:srgbClr val="188038"/>
                </a:solidFill>
                <a:latin typeface="Helvetica Neue"/>
                <a:ea typeface="Helvetica Neue"/>
                <a:cs typeface="Helvetica Neue"/>
                <a:sym typeface="Helvetica Neue"/>
              </a:rPr>
              <a:t>"Energy Stories"</a:t>
            </a:r>
            <a:endParaRPr sz="1000">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eVar10 (Page Type): </a:t>
            </a:r>
            <a:r>
              <a:rPr lang="en" sz="1000">
                <a:solidFill>
                  <a:srgbClr val="188038"/>
                </a:solidFill>
                <a:latin typeface="Helvetica Neue"/>
                <a:ea typeface="Helvetica Neue"/>
                <a:cs typeface="Helvetica Neue"/>
                <a:sym typeface="Helvetica Neue"/>
              </a:rPr>
              <a:t>"Full Website"</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eVar12 (CTA Button): </a:t>
            </a:r>
            <a:r>
              <a:rPr lang="en" sz="1000">
                <a:solidFill>
                  <a:srgbClr val="188038"/>
                </a:solidFill>
                <a:latin typeface="Helvetica Neue"/>
                <a:ea typeface="Helvetica Neue"/>
                <a:cs typeface="Helvetica Neue"/>
                <a:sym typeface="Helvetica Neue"/>
              </a:rPr>
              <a:t>&lt;CTA button name/action&gt;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eVar15 (Page URL): </a:t>
            </a:r>
            <a:r>
              <a:rPr lang="en" sz="1000">
                <a:solidFill>
                  <a:srgbClr val="188038"/>
                </a:solidFill>
                <a:latin typeface="Helvetica Neue"/>
                <a:ea typeface="Helvetica Neue"/>
                <a:cs typeface="Helvetica Neue"/>
                <a:sym typeface="Helvetica Neue"/>
              </a:rPr>
              <a:t>&lt;Page URL&gt;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eVar28 (Page Section): </a:t>
            </a:r>
            <a:r>
              <a:rPr lang="en" sz="1000">
                <a:solidFill>
                  <a:srgbClr val="188038"/>
                </a:solidFill>
                <a:latin typeface="Helvetica Neue"/>
                <a:ea typeface="Helvetica Neue"/>
                <a:cs typeface="Helvetica Neue"/>
                <a:sym typeface="Helvetica Neue"/>
              </a:rPr>
              <a:t>“</a:t>
            </a:r>
            <a:r>
              <a:rPr lang="en" sz="1000">
                <a:solidFill>
                  <a:srgbClr val="188038"/>
                </a:solidFill>
                <a:latin typeface="Helvetica Neue"/>
                <a:ea typeface="Helvetica Neue"/>
                <a:cs typeface="Helvetica Neue"/>
                <a:sym typeface="Helvetica Neue"/>
              </a:rPr>
              <a:t>Teaser Small Cards”</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eVar31 (Clean Page URL): </a:t>
            </a:r>
            <a:r>
              <a:rPr lang="en" sz="1000">
                <a:solidFill>
                  <a:srgbClr val="188038"/>
                </a:solidFill>
                <a:latin typeface="Helvetica Neue"/>
                <a:ea typeface="Helvetica Neue"/>
                <a:cs typeface="Helvetica Neue"/>
                <a:sym typeface="Helvetica Neue"/>
              </a:rPr>
              <a:t>&lt;Clean URL of the current page&gt;</a:t>
            </a:r>
            <a:endParaRPr sz="1000">
              <a:solidFill>
                <a:srgbClr val="188038"/>
              </a:solidFill>
              <a:latin typeface="Helvetica Neue"/>
              <a:ea typeface="Helvetica Neue"/>
              <a:cs typeface="Helvetica Neue"/>
              <a:sym typeface="Helvetica Neue"/>
            </a:endParaRPr>
          </a:p>
          <a:p>
            <a:pPr indent="-292100" lvl="0" marL="457200" rtl="0" algn="l">
              <a:lnSpc>
                <a:spcPct val="115000"/>
              </a:lnSpc>
              <a:spcBef>
                <a:spcPts val="0"/>
              </a:spcBef>
              <a:spcAft>
                <a:spcPts val="0"/>
              </a:spcAft>
              <a:buSzPts val="1000"/>
              <a:buChar char="●"/>
            </a:pPr>
            <a:r>
              <a:rPr lang="en" sz="1000">
                <a:latin typeface="Helvetica Neue"/>
                <a:ea typeface="Helvetica Neue"/>
                <a:cs typeface="Helvetica Neue"/>
                <a:sym typeface="Helvetica Neue"/>
              </a:rPr>
              <a:t>eVar36 (Component): </a:t>
            </a:r>
            <a:r>
              <a:rPr lang="en" sz="1000">
                <a:solidFill>
                  <a:srgbClr val="188038"/>
                </a:solidFill>
                <a:latin typeface="Helvetica Neue"/>
                <a:ea typeface="Helvetica Neue"/>
                <a:cs typeface="Helvetica Neue"/>
                <a:sym typeface="Helvetica Neue"/>
              </a:rPr>
              <a:t>&lt;C38.1&gt;</a:t>
            </a:r>
            <a:endParaRPr/>
          </a:p>
        </p:txBody>
      </p:sp>
      <p:sp>
        <p:nvSpPr>
          <p:cNvPr id="643" name="Google Shape;643;p119"/>
          <p:cNvSpPr/>
          <p:nvPr/>
        </p:nvSpPr>
        <p:spPr>
          <a:xfrm>
            <a:off x="5162500" y="3671938"/>
            <a:ext cx="39900" cy="483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pic>
        <p:nvPicPr>
          <p:cNvPr id="644" name="Google Shape;644;p119"/>
          <p:cNvPicPr preferRelativeResize="0"/>
          <p:nvPr/>
        </p:nvPicPr>
        <p:blipFill>
          <a:blip r:embed="rId4">
            <a:alphaModFix/>
          </a:blip>
          <a:stretch>
            <a:fillRect/>
          </a:stretch>
        </p:blipFill>
        <p:spPr>
          <a:xfrm>
            <a:off x="5164075" y="3671975"/>
            <a:ext cx="36750" cy="482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DDDD"/>
        </a:solidFill>
      </p:bgPr>
    </p:bg>
    <p:spTree>
      <p:nvGrpSpPr>
        <p:cNvPr id="648" name="Shape 648"/>
        <p:cNvGrpSpPr/>
        <p:nvPr/>
      </p:nvGrpSpPr>
      <p:grpSpPr>
        <a:xfrm>
          <a:off x="0" y="0"/>
          <a:ext cx="0" cy="0"/>
          <a:chOff x="0" y="0"/>
          <a:chExt cx="0" cy="0"/>
        </a:xfrm>
      </p:grpSpPr>
      <p:pic>
        <p:nvPicPr>
          <p:cNvPr id="649" name="Google Shape;649;p120"/>
          <p:cNvPicPr preferRelativeResize="0"/>
          <p:nvPr/>
        </p:nvPicPr>
        <p:blipFill>
          <a:blip r:embed="rId3">
            <a:alphaModFix/>
          </a:blip>
          <a:stretch>
            <a:fillRect/>
          </a:stretch>
        </p:blipFill>
        <p:spPr>
          <a:xfrm>
            <a:off x="230900" y="1264375"/>
            <a:ext cx="5131699" cy="2854450"/>
          </a:xfrm>
          <a:prstGeom prst="rect">
            <a:avLst/>
          </a:prstGeom>
          <a:noFill/>
          <a:ln>
            <a:noFill/>
          </a:ln>
        </p:spPr>
      </p:pic>
      <p:sp>
        <p:nvSpPr>
          <p:cNvPr id="650" name="Google Shape;650;p120"/>
          <p:cNvSpPr txBox="1"/>
          <p:nvPr/>
        </p:nvSpPr>
        <p:spPr>
          <a:xfrm>
            <a:off x="335925" y="413025"/>
            <a:ext cx="7181700" cy="7338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3000">
                <a:solidFill>
                  <a:srgbClr val="016161"/>
                </a:solidFill>
                <a:latin typeface="Helvetica Neue"/>
                <a:ea typeface="Helvetica Neue"/>
                <a:cs typeface="Helvetica Neue"/>
                <a:sym typeface="Helvetica Neue"/>
              </a:rPr>
              <a:t>Energy Spotlight | C-38.1</a:t>
            </a:r>
            <a:endParaRPr b="1" sz="3000">
              <a:solidFill>
                <a:srgbClr val="016161"/>
              </a:solidFill>
              <a:latin typeface="Helvetica Neue"/>
              <a:ea typeface="Helvetica Neue"/>
              <a:cs typeface="Helvetica Neue"/>
              <a:sym typeface="Helvetica Neue"/>
            </a:endParaRPr>
          </a:p>
          <a:p>
            <a:pPr indent="0" lvl="0" marL="0" rtl="0" algn="l">
              <a:lnSpc>
                <a:spcPct val="80000"/>
              </a:lnSpc>
              <a:spcBef>
                <a:spcPts val="0"/>
              </a:spcBef>
              <a:spcAft>
                <a:spcPts val="0"/>
              </a:spcAft>
              <a:buNone/>
            </a:pPr>
            <a:r>
              <a:rPr lang="en" sz="1900">
                <a:solidFill>
                  <a:srgbClr val="016161"/>
                </a:solidFill>
                <a:latin typeface="Helvetica Neue"/>
                <a:ea typeface="Helvetica Neue"/>
                <a:cs typeface="Helvetica Neue"/>
                <a:sym typeface="Helvetica Neue"/>
              </a:rPr>
              <a:t>Teaser Small Cards | DataLayer Push</a:t>
            </a:r>
            <a:endParaRPr sz="1900">
              <a:solidFill>
                <a:srgbClr val="4285F4"/>
              </a:solidFill>
              <a:latin typeface="Google Sans"/>
              <a:ea typeface="Google Sans"/>
              <a:cs typeface="Google Sans"/>
              <a:sym typeface="Google Sans"/>
            </a:endParaRPr>
          </a:p>
        </p:txBody>
      </p:sp>
      <p:sp>
        <p:nvSpPr>
          <p:cNvPr id="651" name="Google Shape;651;p120"/>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Energy Spotlight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652" name="Google Shape;652;p120"/>
          <p:cNvSpPr/>
          <p:nvPr/>
        </p:nvSpPr>
        <p:spPr>
          <a:xfrm>
            <a:off x="5002296" y="3579384"/>
            <a:ext cx="360300" cy="246600"/>
          </a:xfrm>
          <a:prstGeom prst="rect">
            <a:avLst/>
          </a:prstGeom>
          <a:noFill/>
          <a:ln cap="flat" cmpd="sng" w="285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653" name="Google Shape;653;p120"/>
          <p:cNvSpPr/>
          <p:nvPr/>
        </p:nvSpPr>
        <p:spPr>
          <a:xfrm>
            <a:off x="5162500" y="3671938"/>
            <a:ext cx="39900" cy="483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pic>
        <p:nvPicPr>
          <p:cNvPr id="654" name="Google Shape;654;p120"/>
          <p:cNvPicPr preferRelativeResize="0"/>
          <p:nvPr/>
        </p:nvPicPr>
        <p:blipFill>
          <a:blip r:embed="rId4">
            <a:alphaModFix/>
          </a:blip>
          <a:stretch>
            <a:fillRect/>
          </a:stretch>
        </p:blipFill>
        <p:spPr>
          <a:xfrm>
            <a:off x="5164075" y="3671975"/>
            <a:ext cx="36750" cy="48225"/>
          </a:xfrm>
          <a:prstGeom prst="rect">
            <a:avLst/>
          </a:prstGeom>
          <a:noFill/>
          <a:ln>
            <a:noFill/>
          </a:ln>
        </p:spPr>
      </p:pic>
      <p:sp>
        <p:nvSpPr>
          <p:cNvPr id="655" name="Google Shape;655;p120"/>
          <p:cNvSpPr txBox="1"/>
          <p:nvPr/>
        </p:nvSpPr>
        <p:spPr>
          <a:xfrm>
            <a:off x="5444850" y="1335475"/>
            <a:ext cx="3611700" cy="2818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0070C0"/>
                </a:solidFill>
                <a:latin typeface="Helvetica Neue"/>
                <a:ea typeface="Helvetica Neue"/>
                <a:cs typeface="Helvetica Neue"/>
                <a:sym typeface="Helvetica Neue"/>
              </a:rPr>
              <a:t>var</a:t>
            </a:r>
            <a:r>
              <a:rPr lang="en" sz="1000">
                <a:latin typeface="Helvetica Neue"/>
                <a:ea typeface="Helvetica Neue"/>
                <a:cs typeface="Helvetica Neue"/>
                <a:sym typeface="Helvetica Neue"/>
              </a:rPr>
              <a:t> </a:t>
            </a: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 = </a:t>
            </a: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 || [];</a:t>
            </a:r>
            <a:endParaRPr sz="1000">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00843D"/>
                </a:solidFill>
                <a:latin typeface="Helvetica Neue"/>
                <a:ea typeface="Helvetica Neue"/>
                <a:cs typeface="Helvetica Neue"/>
                <a:sym typeface="Helvetica Neue"/>
              </a:rPr>
              <a:t>adobeDataLayer</a:t>
            </a:r>
            <a:r>
              <a:rPr lang="en" sz="1000">
                <a:latin typeface="Helvetica Neue"/>
                <a:ea typeface="Helvetica Neue"/>
                <a:cs typeface="Helvetica Neue"/>
                <a:sym typeface="Helvetica Neue"/>
              </a:rPr>
              <a:t>.push({</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event: </a:t>
            </a:r>
            <a:r>
              <a:rPr lang="en" sz="1000">
                <a:solidFill>
                  <a:srgbClr val="00843D"/>
                </a:solidFill>
                <a:latin typeface="Helvetica Neue"/>
                <a:ea typeface="Helvetica Neue"/>
                <a:cs typeface="Helvetica Neue"/>
                <a:sym typeface="Helvetica Neue"/>
              </a:rPr>
              <a:t>"CTA Clicks"</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userInteraction: {</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timestamp: </a:t>
            </a:r>
            <a:r>
              <a:rPr lang="en" sz="1000">
                <a:solidFill>
                  <a:srgbClr val="188038"/>
                </a:solidFill>
                <a:latin typeface="Helvetica Neue"/>
                <a:ea typeface="Helvetica Neue"/>
                <a:cs typeface="Helvetica Neue"/>
                <a:sym typeface="Helvetica Neue"/>
              </a:rPr>
              <a:t>&lt;Timestamp MM/DD/YYYY format&gt;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domain: </a:t>
            </a:r>
            <a:r>
              <a:rPr lang="en" sz="1000">
                <a:solidFill>
                  <a:srgbClr val="188038"/>
                </a:solidFill>
                <a:latin typeface="Helvetica Neue"/>
                <a:ea typeface="Helvetica Neue"/>
                <a:cs typeface="Helvetica Neue"/>
                <a:sym typeface="Helvetica Neue"/>
              </a:rPr>
              <a:t>&lt;website domain&gt;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previousPage: </a:t>
            </a:r>
            <a:r>
              <a:rPr lang="en" sz="1000">
                <a:solidFill>
                  <a:srgbClr val="188038"/>
                </a:solidFill>
                <a:latin typeface="Helvetica Neue"/>
                <a:ea typeface="Helvetica Neue"/>
                <a:cs typeface="Helvetica Neue"/>
                <a:sym typeface="Helvetica Neue"/>
              </a:rPr>
              <a:t>&lt;previous page&gt;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pageName: </a:t>
            </a:r>
            <a:r>
              <a:rPr lang="en" sz="1000">
                <a:solidFill>
                  <a:srgbClr val="188038"/>
                </a:solidFill>
                <a:latin typeface="Helvetica Neue"/>
                <a:ea typeface="Helvetica Neue"/>
                <a:cs typeface="Helvetica Neue"/>
                <a:sym typeface="Helvetica Neue"/>
              </a:rPr>
              <a:t>"Energy Spotlight"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siteSection: </a:t>
            </a:r>
            <a:r>
              <a:rPr lang="en" sz="1000">
                <a:solidFill>
                  <a:srgbClr val="188038"/>
                </a:solidFill>
                <a:latin typeface="Helvetica Neue"/>
                <a:ea typeface="Helvetica Neue"/>
                <a:cs typeface="Helvetica Neue"/>
                <a:sym typeface="Helvetica Neue"/>
              </a:rPr>
              <a:t>"Energy Stories"</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pageType: </a:t>
            </a:r>
            <a:r>
              <a:rPr lang="en" sz="1000">
                <a:solidFill>
                  <a:srgbClr val="188038"/>
                </a:solidFill>
                <a:latin typeface="Helvetica Neue"/>
                <a:ea typeface="Helvetica Neue"/>
                <a:cs typeface="Helvetica Neue"/>
                <a:sym typeface="Helvetica Neue"/>
              </a:rPr>
              <a:t>"Full Website"</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ctaButton: </a:t>
            </a:r>
            <a:r>
              <a:rPr lang="en" sz="1000">
                <a:solidFill>
                  <a:srgbClr val="188038"/>
                </a:solidFill>
                <a:latin typeface="Helvetica Neue"/>
                <a:ea typeface="Helvetica Neue"/>
                <a:cs typeface="Helvetica Neue"/>
                <a:sym typeface="Helvetica Neue"/>
              </a:rPr>
              <a:t>&lt;CTA button name/action&gt;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pageURL: </a:t>
            </a:r>
            <a:r>
              <a:rPr lang="en" sz="1000">
                <a:solidFill>
                  <a:srgbClr val="188038"/>
                </a:solidFill>
                <a:latin typeface="Helvetica Neue"/>
                <a:ea typeface="Helvetica Neue"/>
                <a:cs typeface="Helvetica Neue"/>
                <a:sym typeface="Helvetica Neue"/>
              </a:rPr>
              <a:t>&lt;Page URL&gt;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pageSection: </a:t>
            </a:r>
            <a:r>
              <a:rPr lang="en" sz="1000">
                <a:solidFill>
                  <a:srgbClr val="188038"/>
                </a:solidFill>
                <a:latin typeface="Helvetica Neue"/>
                <a:ea typeface="Helvetica Neue"/>
                <a:cs typeface="Helvetica Neue"/>
                <a:sym typeface="Helvetica Neue"/>
              </a:rPr>
              <a:t>“</a:t>
            </a:r>
            <a:r>
              <a:rPr lang="en" sz="1000">
                <a:solidFill>
                  <a:srgbClr val="188038"/>
                </a:solidFill>
                <a:latin typeface="Helvetica Neue"/>
                <a:ea typeface="Helvetica Neue"/>
                <a:cs typeface="Helvetica Neue"/>
                <a:sym typeface="Helvetica Neue"/>
              </a:rPr>
              <a:t>Teaser Small Cards</a:t>
            </a:r>
            <a:r>
              <a:rPr lang="en" sz="1000">
                <a:solidFill>
                  <a:srgbClr val="188038"/>
                </a:solidFill>
                <a:latin typeface="Helvetica Neue"/>
                <a:ea typeface="Helvetica Neue"/>
                <a:cs typeface="Helvetica Neue"/>
                <a:sym typeface="Helvetica Neue"/>
              </a:rPr>
              <a: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cleanPageURL: </a:t>
            </a:r>
            <a:r>
              <a:rPr lang="en" sz="1000">
                <a:solidFill>
                  <a:srgbClr val="188038"/>
                </a:solidFill>
                <a:latin typeface="Helvetica Neue"/>
                <a:ea typeface="Helvetica Neue"/>
                <a:cs typeface="Helvetica Neue"/>
                <a:sym typeface="Helvetica Neue"/>
              </a:rPr>
              <a:t>&lt;Clean URL of the current page&gt;</a:t>
            </a: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component: </a:t>
            </a:r>
            <a:r>
              <a:rPr lang="en" sz="1000">
                <a:solidFill>
                  <a:srgbClr val="188038"/>
                </a:solidFill>
                <a:latin typeface="Helvetica Neue"/>
                <a:ea typeface="Helvetica Neue"/>
                <a:cs typeface="Helvetica Neue"/>
                <a:sym typeface="Helvetica Neue"/>
              </a:rPr>
              <a:t>&lt;C38.1&gt;</a:t>
            </a:r>
            <a:endParaRPr sz="1000">
              <a:solidFill>
                <a:srgbClr val="188038"/>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  }</a:t>
            </a:r>
            <a:endParaRPr sz="1000">
              <a:solidFill>
                <a:srgbClr val="1A1A1A"/>
              </a:solidFill>
              <a:latin typeface="Helvetica Neue"/>
              <a:ea typeface="Helvetica Neue"/>
              <a:cs typeface="Helvetica Neue"/>
              <a:sym typeface="Helvetica Neue"/>
            </a:endParaRPr>
          </a:p>
          <a:p>
            <a:pPr indent="0" lvl="0" marL="0" rtl="0" algn="l">
              <a:spcBef>
                <a:spcPts val="0"/>
              </a:spcBef>
              <a:spcAft>
                <a:spcPts val="0"/>
              </a:spcAft>
              <a:buNone/>
            </a:pPr>
            <a:r>
              <a:rPr lang="en" sz="1000">
                <a:solidFill>
                  <a:srgbClr val="1A1A1A"/>
                </a:solidFill>
                <a:latin typeface="Helvetica Neue"/>
                <a:ea typeface="Helvetica Neue"/>
                <a:cs typeface="Helvetica Neue"/>
                <a:sym typeface="Helvetica Neue"/>
              </a:rPr>
              <a:t>});</a:t>
            </a:r>
            <a:endParaRPr sz="1000">
              <a:solidFill>
                <a:srgbClr val="1A1A1A"/>
              </a:solidFill>
              <a:latin typeface="Helvetica Neue"/>
              <a:ea typeface="Helvetica Neue"/>
              <a:cs typeface="Helvetica Neue"/>
              <a:sym typeface="Helvetica Neue"/>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59" name="Shape 659"/>
        <p:cNvGrpSpPr/>
        <p:nvPr/>
      </p:nvGrpSpPr>
      <p:grpSpPr>
        <a:xfrm>
          <a:off x="0" y="0"/>
          <a:ext cx="0" cy="0"/>
          <a:chOff x="0" y="0"/>
          <a:chExt cx="0" cy="0"/>
        </a:xfrm>
      </p:grpSpPr>
      <p:sp>
        <p:nvSpPr>
          <p:cNvPr id="660" name="Google Shape;660;p121"/>
          <p:cNvSpPr/>
          <p:nvPr/>
        </p:nvSpPr>
        <p:spPr>
          <a:xfrm>
            <a:off x="254950" y="146600"/>
            <a:ext cx="8680800" cy="428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21"/>
          <p:cNvSpPr/>
          <p:nvPr/>
        </p:nvSpPr>
        <p:spPr>
          <a:xfrm rot="-10430838">
            <a:off x="904461" y="-484573"/>
            <a:ext cx="4957393" cy="7189119"/>
          </a:xfrm>
          <a:custGeom>
            <a:rect b="b" l="l" r="r" t="t"/>
            <a:pathLst>
              <a:path extrusionOk="0" fill="none" h="5241" w="8891">
                <a:moveTo>
                  <a:pt x="7483" y="142"/>
                </a:moveTo>
                <a:cubicBezTo>
                  <a:pt x="7887" y="73"/>
                  <a:pt x="8242" y="0"/>
                  <a:pt x="8597" y="264"/>
                </a:cubicBezTo>
                <a:cubicBezTo>
                  <a:pt x="8890" y="481"/>
                  <a:pt x="8887" y="733"/>
                  <a:pt x="8665" y="1004"/>
                </a:cubicBezTo>
                <a:cubicBezTo>
                  <a:pt x="7998" y="1812"/>
                  <a:pt x="6964" y="2373"/>
                  <a:pt x="5988" y="2708"/>
                </a:cubicBezTo>
                <a:cubicBezTo>
                  <a:pt x="4851" y="3105"/>
                  <a:pt x="3646" y="3429"/>
                  <a:pt x="2433" y="3483"/>
                </a:cubicBezTo>
                <a:cubicBezTo>
                  <a:pt x="1980" y="3502"/>
                  <a:pt x="1488" y="3505"/>
                  <a:pt x="1041" y="3399"/>
                </a:cubicBezTo>
                <a:cubicBezTo>
                  <a:pt x="854" y="3353"/>
                  <a:pt x="603" y="3204"/>
                  <a:pt x="877" y="3052"/>
                </a:cubicBezTo>
                <a:cubicBezTo>
                  <a:pt x="1533" y="2685"/>
                  <a:pt x="2613" y="2769"/>
                  <a:pt x="3314" y="2895"/>
                </a:cubicBezTo>
                <a:cubicBezTo>
                  <a:pt x="3757" y="2975"/>
                  <a:pt x="4512" y="3319"/>
                  <a:pt x="4100" y="3879"/>
                </a:cubicBezTo>
                <a:cubicBezTo>
                  <a:pt x="3864" y="4200"/>
                  <a:pt x="3433" y="4356"/>
                  <a:pt x="3082" y="4489"/>
                </a:cubicBezTo>
                <a:cubicBezTo>
                  <a:pt x="2525" y="4695"/>
                  <a:pt x="1941" y="4848"/>
                  <a:pt x="1362" y="4985"/>
                </a:cubicBezTo>
                <a:cubicBezTo>
                  <a:pt x="912" y="5088"/>
                  <a:pt x="458" y="5184"/>
                  <a:pt x="0" y="5241"/>
                </a:cubicBezTo>
              </a:path>
            </a:pathLst>
          </a:custGeom>
          <a:solidFill>
            <a:srgbClr val="2D2D2D"/>
          </a:solidFill>
          <a:ln cap="rnd" cmpd="sng" w="19050">
            <a:solidFill>
              <a:schemeClr val="lt2"/>
            </a:solidFill>
            <a:prstDash val="solid"/>
            <a:miter lim="381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21"/>
          <p:cNvSpPr/>
          <p:nvPr/>
        </p:nvSpPr>
        <p:spPr>
          <a:xfrm rot="-587726">
            <a:off x="3405723" y="79906"/>
            <a:ext cx="3316855" cy="4429035"/>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3" name="Google Shape;663;p121"/>
          <p:cNvGrpSpPr/>
          <p:nvPr/>
        </p:nvGrpSpPr>
        <p:grpSpPr>
          <a:xfrm rot="-5714">
            <a:off x="3970784" y="-600744"/>
            <a:ext cx="5429334" cy="5096047"/>
            <a:chOff x="2977267" y="-121768"/>
            <a:chExt cx="6015874" cy="4695519"/>
          </a:xfrm>
        </p:grpSpPr>
        <p:sp>
          <p:nvSpPr>
            <p:cNvPr id="664" name="Google Shape;664;p121"/>
            <p:cNvSpPr/>
            <p:nvPr/>
          </p:nvSpPr>
          <p:spPr>
            <a:xfrm rot="-7287272">
              <a:off x="4414750" y="-183466"/>
              <a:ext cx="3140908" cy="4818916"/>
            </a:xfrm>
            <a:custGeom>
              <a:rect b="b" l="l" r="r" t="t"/>
              <a:pathLst>
                <a:path extrusionOk="0" fill="none" h="1149" w="3960">
                  <a:moveTo>
                    <a:pt x="3959" y="0"/>
                  </a:moveTo>
                  <a:cubicBezTo>
                    <a:pt x="3883" y="237"/>
                    <a:pt x="3799" y="435"/>
                    <a:pt x="3635" y="629"/>
                  </a:cubicBezTo>
                  <a:cubicBezTo>
                    <a:pt x="3483" y="801"/>
                    <a:pt x="3300" y="946"/>
                    <a:pt x="3082" y="1030"/>
                  </a:cubicBezTo>
                  <a:cubicBezTo>
                    <a:pt x="2777" y="1148"/>
                    <a:pt x="2407" y="1110"/>
                    <a:pt x="2098" y="1026"/>
                  </a:cubicBezTo>
                  <a:cubicBezTo>
                    <a:pt x="1885" y="969"/>
                    <a:pt x="1511" y="855"/>
                    <a:pt x="1515" y="572"/>
                  </a:cubicBezTo>
                  <a:cubicBezTo>
                    <a:pt x="1515" y="378"/>
                    <a:pt x="1805" y="340"/>
                    <a:pt x="1946" y="343"/>
                  </a:cubicBezTo>
                  <a:cubicBezTo>
                    <a:pt x="2113" y="355"/>
                    <a:pt x="2460" y="462"/>
                    <a:pt x="2464" y="679"/>
                  </a:cubicBezTo>
                  <a:cubicBezTo>
                    <a:pt x="2472" y="889"/>
                    <a:pt x="2117" y="965"/>
                    <a:pt x="1969" y="988"/>
                  </a:cubicBezTo>
                  <a:cubicBezTo>
                    <a:pt x="1564" y="1049"/>
                    <a:pt x="1133" y="980"/>
                    <a:pt x="737" y="900"/>
                  </a:cubicBezTo>
                  <a:cubicBezTo>
                    <a:pt x="481" y="851"/>
                    <a:pt x="241" y="774"/>
                    <a:pt x="1" y="679"/>
                  </a:cubicBezTo>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5" name="Google Shape;665;p121"/>
            <p:cNvGrpSpPr/>
            <p:nvPr/>
          </p:nvGrpSpPr>
          <p:grpSpPr>
            <a:xfrm rot="1965617">
              <a:off x="6920453" y="2886977"/>
              <a:ext cx="769175" cy="549657"/>
              <a:chOff x="6642589" y="-1229251"/>
              <a:chExt cx="1000048" cy="1103135"/>
            </a:xfrm>
          </p:grpSpPr>
          <p:sp>
            <p:nvSpPr>
              <p:cNvPr id="666" name="Google Shape;666;p121"/>
              <p:cNvSpPr/>
              <p:nvPr/>
            </p:nvSpPr>
            <p:spPr>
              <a:xfrm rot="-4224313">
                <a:off x="6833236" y="-737074"/>
                <a:ext cx="1128498" cy="118779"/>
              </a:xfrm>
              <a:custGeom>
                <a:rect b="b" l="l" r="r" t="t"/>
                <a:pathLst>
                  <a:path extrusionOk="0" fill="none" h="146" w="3670">
                    <a:moveTo>
                      <a:pt x="0" y="145"/>
                    </a:moveTo>
                    <a:cubicBezTo>
                      <a:pt x="1221" y="77"/>
                      <a:pt x="2445" y="0"/>
                      <a:pt x="3669" y="0"/>
                    </a:cubicBezTo>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21"/>
              <p:cNvSpPr/>
              <p:nvPr/>
            </p:nvSpPr>
            <p:spPr>
              <a:xfrm rot="-4224313">
                <a:off x="6803042" y="-783219"/>
                <a:ext cx="455396" cy="662234"/>
              </a:xfrm>
              <a:custGeom>
                <a:rect b="b" l="l" r="r" t="t"/>
                <a:pathLst>
                  <a:path extrusionOk="0" fill="none" h="814" w="1481">
                    <a:moveTo>
                      <a:pt x="1" y="813"/>
                    </a:moveTo>
                    <a:cubicBezTo>
                      <a:pt x="497" y="546"/>
                      <a:pt x="996" y="291"/>
                      <a:pt x="1481" y="1"/>
                    </a:cubicBezTo>
                  </a:path>
                </a:pathLst>
              </a:cu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68" name="Google Shape;668;p121"/>
          <p:cNvSpPr/>
          <p:nvPr/>
        </p:nvSpPr>
        <p:spPr>
          <a:xfrm rot="-1841984">
            <a:off x="260075" y="140902"/>
            <a:ext cx="4549840" cy="4391890"/>
          </a:xfrm>
          <a:prstGeom prst="rect">
            <a:avLst/>
          </a:prstGeom>
        </p:spPr>
        <p:txBody>
          <a:bodyPr>
            <a:prstTxWarp prst="textPlain"/>
          </a:bodyPr>
          <a:lstStyle/>
          <a:p>
            <a:pPr lvl="0" algn="ctr"/>
            <a:r>
              <a:rPr b="1" i="0">
                <a:ln cap="flat" cmpd="sng" w="38100">
                  <a:solidFill>
                    <a:schemeClr val="lt2"/>
                  </a:solidFill>
                  <a:prstDash val="solid"/>
                  <a:round/>
                  <a:headEnd len="sm" w="sm" type="none"/>
                  <a:tailEnd len="sm" w="sm" type="none"/>
                </a:ln>
                <a:solidFill>
                  <a:schemeClr val="lt2"/>
                </a:solidFill>
                <a:latin typeface="Helvetica Neue"/>
              </a:rPr>
              <a:t>4</a:t>
            </a:r>
          </a:p>
        </p:txBody>
      </p:sp>
      <p:sp>
        <p:nvSpPr>
          <p:cNvPr id="669" name="Google Shape;669;p121"/>
          <p:cNvSpPr txBox="1"/>
          <p:nvPr/>
        </p:nvSpPr>
        <p:spPr>
          <a:xfrm>
            <a:off x="5515050" y="3680575"/>
            <a:ext cx="3541200" cy="13584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lang="en" sz="3800">
                <a:solidFill>
                  <a:schemeClr val="lt1"/>
                </a:solidFill>
                <a:latin typeface="Helvetica Neue Light"/>
                <a:ea typeface="Helvetica Neue Light"/>
                <a:cs typeface="Helvetica Neue Light"/>
                <a:sym typeface="Helvetica Neue Light"/>
              </a:rPr>
              <a:t>Cross-site events </a:t>
            </a:r>
            <a:endParaRPr sz="3800">
              <a:solidFill>
                <a:schemeClr val="lt1"/>
              </a:solidFill>
              <a:latin typeface="Helvetica Neue Light"/>
              <a:ea typeface="Helvetica Neue Light"/>
              <a:cs typeface="Helvetica Neue Light"/>
              <a:sym typeface="Helvetica Neue Light"/>
            </a:endParaRPr>
          </a:p>
          <a:p>
            <a:pPr indent="0" lvl="0" marL="0" marR="0" rtl="0" algn="ctr">
              <a:lnSpc>
                <a:spcPct val="80000"/>
              </a:lnSpc>
              <a:spcBef>
                <a:spcPts val="0"/>
              </a:spcBef>
              <a:spcAft>
                <a:spcPts val="0"/>
              </a:spcAft>
              <a:buNone/>
            </a:pPr>
            <a:r>
              <a:t/>
            </a:r>
            <a:endParaRPr sz="3000">
              <a:solidFill>
                <a:schemeClr val="lt2"/>
              </a:solidFill>
              <a:latin typeface="Helvetica Neue Light"/>
              <a:ea typeface="Helvetica Neue Light"/>
              <a:cs typeface="Helvetica Neue Light"/>
              <a:sym typeface="Helvetica Neue 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FEF"/>
        </a:solidFill>
      </p:bgPr>
    </p:bg>
    <p:spTree>
      <p:nvGrpSpPr>
        <p:cNvPr id="673" name="Shape 673"/>
        <p:cNvGrpSpPr/>
        <p:nvPr/>
      </p:nvGrpSpPr>
      <p:grpSpPr>
        <a:xfrm>
          <a:off x="0" y="0"/>
          <a:ext cx="0" cy="0"/>
          <a:chOff x="0" y="0"/>
          <a:chExt cx="0" cy="0"/>
        </a:xfrm>
      </p:grpSpPr>
      <p:sp>
        <p:nvSpPr>
          <p:cNvPr id="674" name="Google Shape;674;p122"/>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Energy Spotlight</a:t>
            </a:r>
            <a:r>
              <a:rPr lang="en" sz="900">
                <a:solidFill>
                  <a:srgbClr val="016161"/>
                </a:solidFill>
                <a:latin typeface="Helvetica Neue"/>
                <a:ea typeface="Helvetica Neue"/>
                <a:cs typeface="Helvetica Neue"/>
                <a:sym typeface="Helvetica Neue"/>
              </a:rPr>
              <a:t>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675" name="Google Shape;675;p122"/>
          <p:cNvSpPr txBox="1"/>
          <p:nvPr/>
        </p:nvSpPr>
        <p:spPr>
          <a:xfrm>
            <a:off x="571500" y="969875"/>
            <a:ext cx="8282700" cy="17865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8000">
                <a:solidFill>
                  <a:srgbClr val="016161"/>
                </a:solidFill>
                <a:latin typeface="Helvetica Neue"/>
                <a:ea typeface="Helvetica Neue"/>
                <a:cs typeface="Helvetica Neue"/>
                <a:sym typeface="Helvetica Neue"/>
              </a:rPr>
              <a:t>Scroll</a:t>
            </a:r>
            <a:endParaRPr b="1" sz="8000">
              <a:solidFill>
                <a:srgbClr val="4285F4"/>
              </a:solidFill>
              <a:latin typeface="Google Sans"/>
              <a:ea typeface="Google Sans"/>
              <a:cs typeface="Google Sans"/>
              <a:sym typeface="Google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FEF"/>
        </a:solidFill>
      </p:bgPr>
    </p:bg>
    <p:spTree>
      <p:nvGrpSpPr>
        <p:cNvPr id="679" name="Shape 679"/>
        <p:cNvGrpSpPr/>
        <p:nvPr/>
      </p:nvGrpSpPr>
      <p:grpSpPr>
        <a:xfrm>
          <a:off x="0" y="0"/>
          <a:ext cx="0" cy="0"/>
          <a:chOff x="0" y="0"/>
          <a:chExt cx="0" cy="0"/>
        </a:xfrm>
      </p:grpSpPr>
      <p:sp>
        <p:nvSpPr>
          <p:cNvPr id="680" name="Google Shape;680;p123"/>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Energy Spotlight</a:t>
            </a:r>
            <a:r>
              <a:rPr lang="en" sz="900">
                <a:solidFill>
                  <a:srgbClr val="016161"/>
                </a:solidFill>
                <a:latin typeface="Helvetica Neue"/>
                <a:ea typeface="Helvetica Neue"/>
                <a:cs typeface="Helvetica Neue"/>
                <a:sym typeface="Helvetica Neue"/>
              </a:rPr>
              <a:t>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681" name="Google Shape;681;p123"/>
          <p:cNvSpPr txBox="1"/>
          <p:nvPr/>
        </p:nvSpPr>
        <p:spPr>
          <a:xfrm>
            <a:off x="571500" y="494075"/>
            <a:ext cx="7360800" cy="5703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2000">
                <a:solidFill>
                  <a:srgbClr val="016161"/>
                </a:solidFill>
                <a:latin typeface="Helvetica Neue"/>
                <a:ea typeface="Helvetica Neue"/>
                <a:cs typeface="Helvetica Neue"/>
                <a:sym typeface="Helvetica Neue"/>
              </a:rPr>
              <a:t>Scroll</a:t>
            </a:r>
            <a:endParaRPr b="1" sz="2000">
              <a:solidFill>
                <a:srgbClr val="4285F4"/>
              </a:solidFill>
              <a:latin typeface="Google Sans"/>
              <a:ea typeface="Google Sans"/>
              <a:cs typeface="Google Sans"/>
              <a:sym typeface="Google Sans"/>
            </a:endParaRPr>
          </a:p>
        </p:txBody>
      </p:sp>
      <p:sp>
        <p:nvSpPr>
          <p:cNvPr id="682" name="Google Shape;682;p123"/>
          <p:cNvSpPr txBox="1"/>
          <p:nvPr/>
        </p:nvSpPr>
        <p:spPr>
          <a:xfrm>
            <a:off x="680150" y="1325675"/>
            <a:ext cx="4349100" cy="346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050">
                <a:latin typeface="Helvetica Neue"/>
                <a:ea typeface="Helvetica Neue"/>
                <a:cs typeface="Helvetica Neue"/>
                <a:sym typeface="Helvetica Neue"/>
              </a:rPr>
              <a:t>Every time the user reaches 25% scroll rate on any page</a:t>
            </a:r>
            <a:endParaRPr sz="1050">
              <a:solidFill>
                <a:srgbClr val="000000"/>
              </a:solidFill>
              <a:latin typeface="Helvetica Neue Light"/>
              <a:ea typeface="Helvetica Neue Light"/>
              <a:cs typeface="Helvetica Neue Light"/>
              <a:sym typeface="Helvetica Neue Light"/>
            </a:endParaRPr>
          </a:p>
        </p:txBody>
      </p:sp>
      <p:sp>
        <p:nvSpPr>
          <p:cNvPr id="683" name="Google Shape;683;p123"/>
          <p:cNvSpPr txBox="1"/>
          <p:nvPr/>
        </p:nvSpPr>
        <p:spPr>
          <a:xfrm>
            <a:off x="680150" y="1693800"/>
            <a:ext cx="4045500" cy="2355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100">
                <a:solidFill>
                  <a:schemeClr val="dk1"/>
                </a:solidFill>
                <a:latin typeface="Helvetica Neue"/>
                <a:ea typeface="Helvetica Neue"/>
                <a:cs typeface="Helvetica Neue"/>
                <a:sym typeface="Helvetica Neue"/>
              </a:rPr>
              <a:t>adobeDataLayer.event = </a:t>
            </a:r>
            <a:r>
              <a:rPr lang="en" sz="1100">
                <a:solidFill>
                  <a:schemeClr val="dk1"/>
                </a:solidFill>
                <a:latin typeface="Helvetica Neue"/>
                <a:ea typeface="Helvetica Neue"/>
                <a:cs typeface="Helvetica Neue"/>
                <a:sym typeface="Helvetica Neue"/>
              </a:rPr>
              <a:t>"Scroll Reach 25%"</a:t>
            </a:r>
            <a:endParaRPr sz="11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Event 15= Scroll Reach 25%</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Evars &amp; Props</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Prop 1: </a:t>
            </a:r>
            <a:r>
              <a:rPr lang="en" sz="1000">
                <a:solidFill>
                  <a:srgbClr val="188038"/>
                </a:solidFill>
                <a:latin typeface="Helvetica Neue"/>
                <a:ea typeface="Helvetica Neue"/>
                <a:cs typeface="Helvetica Neue"/>
                <a:sym typeface="Helvetica Neue"/>
              </a:rPr>
              <a:t>Timestamp &lt;Timestamp MM/DD/YYYY format&gt;</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eVar1: </a:t>
            </a:r>
            <a:r>
              <a:rPr lang="en" sz="1000">
                <a:solidFill>
                  <a:srgbClr val="188038"/>
                </a:solidFill>
                <a:latin typeface="Helvetica Neue"/>
                <a:ea typeface="Helvetica Neue"/>
                <a:cs typeface="Helvetica Neue"/>
                <a:sym typeface="Helvetica Neue"/>
              </a:rPr>
              <a:t>Domain &lt;website domain&gt;</a:t>
            </a:r>
            <a:endParaRPr i="1"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eVar3: </a:t>
            </a:r>
            <a:r>
              <a:rPr lang="en" sz="1000">
                <a:solidFill>
                  <a:srgbClr val="188038"/>
                </a:solidFill>
                <a:latin typeface="Helvetica Neue"/>
                <a:ea typeface="Helvetica Neue"/>
                <a:cs typeface="Helvetica Neue"/>
                <a:sym typeface="Helvetica Neue"/>
              </a:rPr>
              <a:t>Page name &lt;page name&gt;</a:t>
            </a:r>
            <a:endParaRPr i="1"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eVar4: </a:t>
            </a:r>
            <a:r>
              <a:rPr lang="en" sz="1000">
                <a:solidFill>
                  <a:srgbClr val="188038"/>
                </a:solidFill>
                <a:latin typeface="Helvetica Neue"/>
                <a:ea typeface="Helvetica Neue"/>
                <a:cs typeface="Helvetica Neue"/>
                <a:sym typeface="Helvetica Neue"/>
              </a:rPr>
              <a:t>Site Section &lt;Section&gt;</a:t>
            </a:r>
            <a:endParaRPr i="1"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eVar10: </a:t>
            </a:r>
            <a:r>
              <a:rPr lang="en" sz="1000">
                <a:solidFill>
                  <a:srgbClr val="188038"/>
                </a:solidFill>
                <a:latin typeface="Helvetica Neue"/>
                <a:ea typeface="Helvetica Neue"/>
                <a:cs typeface="Helvetica Neue"/>
                <a:sym typeface="Helvetica Neue"/>
              </a:rPr>
              <a:t>Page Type &lt;Full Website&gt;</a:t>
            </a:r>
            <a:endParaRPr i="1"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eVar15: </a:t>
            </a:r>
            <a:r>
              <a:rPr lang="en" sz="1000">
                <a:solidFill>
                  <a:srgbClr val="188038"/>
                </a:solidFill>
                <a:latin typeface="Helvetica Neue"/>
                <a:ea typeface="Helvetica Neue"/>
                <a:cs typeface="Helvetica Neue"/>
                <a:sym typeface="Helvetica Neue"/>
              </a:rPr>
              <a:t>Page URL &lt;Page URL&gt;</a:t>
            </a:r>
            <a:endParaRPr i="1"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eVar28:</a:t>
            </a:r>
            <a:r>
              <a:rPr lang="en" sz="1000">
                <a:solidFill>
                  <a:srgbClr val="188038"/>
                </a:solidFill>
                <a:latin typeface="Helvetica Neue"/>
                <a:ea typeface="Helvetica Neue"/>
                <a:cs typeface="Helvetica Neue"/>
                <a:sym typeface="Helvetica Neue"/>
              </a:rPr>
              <a:t> Page Section &lt;Page section&gt;</a:t>
            </a:r>
            <a:endParaRPr sz="1100">
              <a:solidFill>
                <a:schemeClr val="dk1"/>
              </a:solidFill>
              <a:latin typeface="Helvetica Neue"/>
              <a:ea typeface="Helvetica Neue"/>
              <a:cs typeface="Helvetica Neue"/>
              <a:sym typeface="Helvetica Neue"/>
            </a:endParaRPr>
          </a:p>
          <a:p>
            <a:pPr indent="0" lvl="0" marL="914400" rtl="0" algn="l">
              <a:spcBef>
                <a:spcPts val="0"/>
              </a:spcBef>
              <a:spcAft>
                <a:spcPts val="0"/>
              </a:spcAft>
              <a:buNone/>
            </a:pPr>
            <a:r>
              <a:t/>
            </a:r>
            <a:endParaRPr b="1" sz="1000">
              <a:solidFill>
                <a:schemeClr val="dk1"/>
              </a:solidFill>
              <a:latin typeface="Helvetica Neue"/>
              <a:ea typeface="Helvetica Neue"/>
              <a:cs typeface="Helvetica Neue"/>
              <a:sym typeface="Helvetica Neue"/>
            </a:endParaRPr>
          </a:p>
        </p:txBody>
      </p:sp>
      <p:cxnSp>
        <p:nvCxnSpPr>
          <p:cNvPr id="684" name="Google Shape;684;p123"/>
          <p:cNvCxnSpPr/>
          <p:nvPr/>
        </p:nvCxnSpPr>
        <p:spPr>
          <a:xfrm flipH="1">
            <a:off x="4920600" y="1650975"/>
            <a:ext cx="8700" cy="2633100"/>
          </a:xfrm>
          <a:prstGeom prst="straightConnector1">
            <a:avLst/>
          </a:prstGeom>
          <a:noFill/>
          <a:ln cap="flat" cmpd="sng" w="19050">
            <a:solidFill>
              <a:srgbClr val="FF9900"/>
            </a:solidFill>
            <a:prstDash val="solid"/>
            <a:round/>
            <a:headEnd len="med" w="med" type="none"/>
            <a:tailEnd len="med" w="med" type="triangl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FEF"/>
        </a:solidFill>
      </p:bgPr>
    </p:bg>
    <p:spTree>
      <p:nvGrpSpPr>
        <p:cNvPr id="688" name="Shape 688"/>
        <p:cNvGrpSpPr/>
        <p:nvPr/>
      </p:nvGrpSpPr>
      <p:grpSpPr>
        <a:xfrm>
          <a:off x="0" y="0"/>
          <a:ext cx="0" cy="0"/>
          <a:chOff x="0" y="0"/>
          <a:chExt cx="0" cy="0"/>
        </a:xfrm>
      </p:grpSpPr>
      <p:sp>
        <p:nvSpPr>
          <p:cNvPr id="689" name="Google Shape;689;p124"/>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Energy Spotlight</a:t>
            </a:r>
            <a:r>
              <a:rPr lang="en" sz="900">
                <a:solidFill>
                  <a:srgbClr val="016161"/>
                </a:solidFill>
                <a:latin typeface="Helvetica Neue"/>
                <a:ea typeface="Helvetica Neue"/>
                <a:cs typeface="Helvetica Neue"/>
                <a:sym typeface="Helvetica Neue"/>
              </a:rPr>
              <a:t>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690" name="Google Shape;690;p124"/>
          <p:cNvSpPr txBox="1"/>
          <p:nvPr/>
        </p:nvSpPr>
        <p:spPr>
          <a:xfrm>
            <a:off x="571500" y="494075"/>
            <a:ext cx="7360800" cy="5703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2000">
                <a:solidFill>
                  <a:srgbClr val="016161"/>
                </a:solidFill>
                <a:latin typeface="Helvetica Neue"/>
                <a:ea typeface="Helvetica Neue"/>
                <a:cs typeface="Helvetica Neue"/>
                <a:sym typeface="Helvetica Neue"/>
              </a:rPr>
              <a:t>Scroll</a:t>
            </a:r>
            <a:endParaRPr b="1" sz="2000">
              <a:solidFill>
                <a:srgbClr val="4285F4"/>
              </a:solidFill>
              <a:latin typeface="Google Sans"/>
              <a:ea typeface="Google Sans"/>
              <a:cs typeface="Google Sans"/>
              <a:sym typeface="Google Sans"/>
            </a:endParaRPr>
          </a:p>
        </p:txBody>
      </p:sp>
      <p:sp>
        <p:nvSpPr>
          <p:cNvPr id="691" name="Google Shape;691;p124"/>
          <p:cNvSpPr txBox="1"/>
          <p:nvPr/>
        </p:nvSpPr>
        <p:spPr>
          <a:xfrm>
            <a:off x="680150" y="1325675"/>
            <a:ext cx="4349100" cy="346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050">
                <a:latin typeface="Helvetica Neue"/>
                <a:ea typeface="Helvetica Neue"/>
                <a:cs typeface="Helvetica Neue"/>
                <a:sym typeface="Helvetica Neue"/>
              </a:rPr>
              <a:t>Every time the user reaches 50% scroll rate on any page</a:t>
            </a:r>
            <a:endParaRPr sz="1050">
              <a:solidFill>
                <a:srgbClr val="000000"/>
              </a:solidFill>
              <a:latin typeface="Helvetica Neue Light"/>
              <a:ea typeface="Helvetica Neue Light"/>
              <a:cs typeface="Helvetica Neue Light"/>
              <a:sym typeface="Helvetica Neue Light"/>
            </a:endParaRPr>
          </a:p>
        </p:txBody>
      </p:sp>
      <p:sp>
        <p:nvSpPr>
          <p:cNvPr id="692" name="Google Shape;692;p124"/>
          <p:cNvSpPr txBox="1"/>
          <p:nvPr/>
        </p:nvSpPr>
        <p:spPr>
          <a:xfrm>
            <a:off x="680150" y="1693800"/>
            <a:ext cx="4045500" cy="2355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100">
                <a:solidFill>
                  <a:schemeClr val="dk1"/>
                </a:solidFill>
                <a:latin typeface="Helvetica Neue"/>
                <a:ea typeface="Helvetica Neue"/>
                <a:cs typeface="Helvetica Neue"/>
                <a:sym typeface="Helvetica Neue"/>
              </a:rPr>
              <a:t>adobeDataLayer.event = </a:t>
            </a:r>
            <a:r>
              <a:rPr lang="en" sz="1100">
                <a:solidFill>
                  <a:schemeClr val="dk1"/>
                </a:solidFill>
                <a:latin typeface="Helvetica Neue"/>
                <a:ea typeface="Helvetica Neue"/>
                <a:cs typeface="Helvetica Neue"/>
                <a:sym typeface="Helvetica Neue"/>
              </a:rPr>
              <a:t>"Scroll Reach 50%"</a:t>
            </a:r>
            <a:endParaRPr sz="11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Event 16= Scroll Reach 50%</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Evars &amp; Props</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Prop 1: </a:t>
            </a:r>
            <a:r>
              <a:rPr lang="en" sz="1000">
                <a:solidFill>
                  <a:srgbClr val="188038"/>
                </a:solidFill>
                <a:latin typeface="Helvetica Neue"/>
                <a:ea typeface="Helvetica Neue"/>
                <a:cs typeface="Helvetica Neue"/>
                <a:sym typeface="Helvetica Neue"/>
              </a:rPr>
              <a:t>Timestamp &lt;Timestamp MM/DD/YYYY format&gt;</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eVar1: </a:t>
            </a:r>
            <a:r>
              <a:rPr lang="en" sz="1000">
                <a:solidFill>
                  <a:srgbClr val="188038"/>
                </a:solidFill>
                <a:latin typeface="Helvetica Neue"/>
                <a:ea typeface="Helvetica Neue"/>
                <a:cs typeface="Helvetica Neue"/>
                <a:sym typeface="Helvetica Neue"/>
              </a:rPr>
              <a:t>Domain &lt;website domain&gt;</a:t>
            </a:r>
            <a:endParaRPr i="1"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eVar3: </a:t>
            </a:r>
            <a:r>
              <a:rPr lang="en" sz="1000">
                <a:solidFill>
                  <a:srgbClr val="188038"/>
                </a:solidFill>
                <a:latin typeface="Helvetica Neue"/>
                <a:ea typeface="Helvetica Neue"/>
                <a:cs typeface="Helvetica Neue"/>
                <a:sym typeface="Helvetica Neue"/>
              </a:rPr>
              <a:t>Page name &lt;page name&gt;</a:t>
            </a:r>
            <a:endParaRPr i="1"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eVar4: </a:t>
            </a:r>
            <a:r>
              <a:rPr lang="en" sz="1000">
                <a:solidFill>
                  <a:srgbClr val="188038"/>
                </a:solidFill>
                <a:latin typeface="Helvetica Neue"/>
                <a:ea typeface="Helvetica Neue"/>
                <a:cs typeface="Helvetica Neue"/>
                <a:sym typeface="Helvetica Neue"/>
              </a:rPr>
              <a:t>Site Section &lt;Section&gt;</a:t>
            </a:r>
            <a:endParaRPr i="1"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eVar10: </a:t>
            </a:r>
            <a:r>
              <a:rPr lang="en" sz="1000">
                <a:solidFill>
                  <a:srgbClr val="188038"/>
                </a:solidFill>
                <a:latin typeface="Helvetica Neue"/>
                <a:ea typeface="Helvetica Neue"/>
                <a:cs typeface="Helvetica Neue"/>
                <a:sym typeface="Helvetica Neue"/>
              </a:rPr>
              <a:t>Page Type &lt;Full Website&gt;</a:t>
            </a:r>
            <a:endParaRPr i="1"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eVar15: </a:t>
            </a:r>
            <a:r>
              <a:rPr lang="en" sz="1000">
                <a:solidFill>
                  <a:srgbClr val="188038"/>
                </a:solidFill>
                <a:latin typeface="Helvetica Neue"/>
                <a:ea typeface="Helvetica Neue"/>
                <a:cs typeface="Helvetica Neue"/>
                <a:sym typeface="Helvetica Neue"/>
              </a:rPr>
              <a:t>Page URL &lt;Page URL&gt;</a:t>
            </a:r>
            <a:endParaRPr i="1"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eVar28:</a:t>
            </a:r>
            <a:r>
              <a:rPr lang="en" sz="1000">
                <a:solidFill>
                  <a:srgbClr val="188038"/>
                </a:solidFill>
                <a:latin typeface="Helvetica Neue"/>
                <a:ea typeface="Helvetica Neue"/>
                <a:cs typeface="Helvetica Neue"/>
                <a:sym typeface="Helvetica Neue"/>
              </a:rPr>
              <a:t> Page Section &lt;Page section&gt;</a:t>
            </a:r>
            <a:endParaRPr sz="1100">
              <a:solidFill>
                <a:schemeClr val="dk1"/>
              </a:solidFill>
              <a:latin typeface="Helvetica Neue"/>
              <a:ea typeface="Helvetica Neue"/>
              <a:cs typeface="Helvetica Neue"/>
              <a:sym typeface="Helvetica Neue"/>
            </a:endParaRPr>
          </a:p>
          <a:p>
            <a:pPr indent="0" lvl="0" marL="914400" rtl="0" algn="l">
              <a:spcBef>
                <a:spcPts val="0"/>
              </a:spcBef>
              <a:spcAft>
                <a:spcPts val="0"/>
              </a:spcAft>
              <a:buNone/>
            </a:pPr>
            <a:r>
              <a:t/>
            </a:r>
            <a:endParaRPr b="1" sz="1000">
              <a:solidFill>
                <a:schemeClr val="dk1"/>
              </a:solidFill>
              <a:latin typeface="Helvetica Neue"/>
              <a:ea typeface="Helvetica Neue"/>
              <a:cs typeface="Helvetica Neue"/>
              <a:sym typeface="Helvetica Neue"/>
            </a:endParaRPr>
          </a:p>
        </p:txBody>
      </p:sp>
      <p:cxnSp>
        <p:nvCxnSpPr>
          <p:cNvPr id="693" name="Google Shape;693;p124"/>
          <p:cNvCxnSpPr/>
          <p:nvPr/>
        </p:nvCxnSpPr>
        <p:spPr>
          <a:xfrm flipH="1">
            <a:off x="4920600" y="1650975"/>
            <a:ext cx="8700" cy="2633100"/>
          </a:xfrm>
          <a:prstGeom prst="straightConnector1">
            <a:avLst/>
          </a:prstGeom>
          <a:noFill/>
          <a:ln cap="flat" cmpd="sng" w="19050">
            <a:solidFill>
              <a:srgbClr val="FF9900"/>
            </a:solidFill>
            <a:prstDash val="solid"/>
            <a:round/>
            <a:headEnd len="med" w="med" type="none"/>
            <a:tailEnd len="med" w="med" type="triangl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FEF"/>
        </a:solidFill>
      </p:bgPr>
    </p:bg>
    <p:spTree>
      <p:nvGrpSpPr>
        <p:cNvPr id="697" name="Shape 697"/>
        <p:cNvGrpSpPr/>
        <p:nvPr/>
      </p:nvGrpSpPr>
      <p:grpSpPr>
        <a:xfrm>
          <a:off x="0" y="0"/>
          <a:ext cx="0" cy="0"/>
          <a:chOff x="0" y="0"/>
          <a:chExt cx="0" cy="0"/>
        </a:xfrm>
      </p:grpSpPr>
      <p:sp>
        <p:nvSpPr>
          <p:cNvPr id="698" name="Google Shape;698;p125"/>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Energy Spotlight</a:t>
            </a:r>
            <a:r>
              <a:rPr lang="en" sz="900">
                <a:solidFill>
                  <a:srgbClr val="016161"/>
                </a:solidFill>
                <a:latin typeface="Helvetica Neue"/>
                <a:ea typeface="Helvetica Neue"/>
                <a:cs typeface="Helvetica Neue"/>
                <a:sym typeface="Helvetica Neue"/>
              </a:rPr>
              <a:t>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699" name="Google Shape;699;p125"/>
          <p:cNvSpPr txBox="1"/>
          <p:nvPr/>
        </p:nvSpPr>
        <p:spPr>
          <a:xfrm>
            <a:off x="571500" y="494075"/>
            <a:ext cx="7360800" cy="5703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2000">
                <a:solidFill>
                  <a:srgbClr val="016161"/>
                </a:solidFill>
                <a:latin typeface="Helvetica Neue"/>
                <a:ea typeface="Helvetica Neue"/>
                <a:cs typeface="Helvetica Neue"/>
                <a:sym typeface="Helvetica Neue"/>
              </a:rPr>
              <a:t>Scroll</a:t>
            </a:r>
            <a:endParaRPr b="1" sz="2000">
              <a:solidFill>
                <a:srgbClr val="4285F4"/>
              </a:solidFill>
              <a:latin typeface="Google Sans"/>
              <a:ea typeface="Google Sans"/>
              <a:cs typeface="Google Sans"/>
              <a:sym typeface="Google Sans"/>
            </a:endParaRPr>
          </a:p>
        </p:txBody>
      </p:sp>
      <p:sp>
        <p:nvSpPr>
          <p:cNvPr id="700" name="Google Shape;700;p125"/>
          <p:cNvSpPr txBox="1"/>
          <p:nvPr/>
        </p:nvSpPr>
        <p:spPr>
          <a:xfrm>
            <a:off x="680150" y="1325675"/>
            <a:ext cx="4349100" cy="346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050">
                <a:latin typeface="Helvetica Neue"/>
                <a:ea typeface="Helvetica Neue"/>
                <a:cs typeface="Helvetica Neue"/>
                <a:sym typeface="Helvetica Neue"/>
              </a:rPr>
              <a:t>Every time the user reaches 75% scroll rate on any page</a:t>
            </a:r>
            <a:endParaRPr sz="1050">
              <a:solidFill>
                <a:srgbClr val="000000"/>
              </a:solidFill>
              <a:latin typeface="Helvetica Neue Light"/>
              <a:ea typeface="Helvetica Neue Light"/>
              <a:cs typeface="Helvetica Neue Light"/>
              <a:sym typeface="Helvetica Neue Light"/>
            </a:endParaRPr>
          </a:p>
        </p:txBody>
      </p:sp>
      <p:sp>
        <p:nvSpPr>
          <p:cNvPr id="701" name="Google Shape;701;p125"/>
          <p:cNvSpPr txBox="1"/>
          <p:nvPr/>
        </p:nvSpPr>
        <p:spPr>
          <a:xfrm>
            <a:off x="680150" y="1693800"/>
            <a:ext cx="4045500" cy="2355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100">
                <a:solidFill>
                  <a:schemeClr val="dk1"/>
                </a:solidFill>
                <a:latin typeface="Helvetica Neue"/>
                <a:ea typeface="Helvetica Neue"/>
                <a:cs typeface="Helvetica Neue"/>
                <a:sym typeface="Helvetica Neue"/>
              </a:rPr>
              <a:t>adobeDataLayer.event = </a:t>
            </a:r>
            <a:r>
              <a:rPr lang="en" sz="1100">
                <a:solidFill>
                  <a:schemeClr val="dk1"/>
                </a:solidFill>
                <a:latin typeface="Helvetica Neue"/>
                <a:ea typeface="Helvetica Neue"/>
                <a:cs typeface="Helvetica Neue"/>
                <a:sym typeface="Helvetica Neue"/>
              </a:rPr>
              <a:t>"Scroll Reach 75%"</a:t>
            </a:r>
            <a:endParaRPr sz="11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Event 17= Scroll Reach 75%</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Evars &amp; Props</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Prop 1: </a:t>
            </a:r>
            <a:r>
              <a:rPr lang="en" sz="1000">
                <a:solidFill>
                  <a:srgbClr val="188038"/>
                </a:solidFill>
                <a:latin typeface="Helvetica Neue"/>
                <a:ea typeface="Helvetica Neue"/>
                <a:cs typeface="Helvetica Neue"/>
                <a:sym typeface="Helvetica Neue"/>
              </a:rPr>
              <a:t>Timestamp &lt;Timestamp MM/DD/YYYY format&gt;</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eVar1: </a:t>
            </a:r>
            <a:r>
              <a:rPr lang="en" sz="1000">
                <a:solidFill>
                  <a:srgbClr val="188038"/>
                </a:solidFill>
                <a:latin typeface="Helvetica Neue"/>
                <a:ea typeface="Helvetica Neue"/>
                <a:cs typeface="Helvetica Neue"/>
                <a:sym typeface="Helvetica Neue"/>
              </a:rPr>
              <a:t>Domain &lt;website domain&gt;</a:t>
            </a:r>
            <a:endParaRPr i="1"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eVar3: </a:t>
            </a:r>
            <a:r>
              <a:rPr lang="en" sz="1000">
                <a:solidFill>
                  <a:srgbClr val="188038"/>
                </a:solidFill>
                <a:latin typeface="Helvetica Neue"/>
                <a:ea typeface="Helvetica Neue"/>
                <a:cs typeface="Helvetica Neue"/>
                <a:sym typeface="Helvetica Neue"/>
              </a:rPr>
              <a:t>Page name &lt;page name&gt;</a:t>
            </a:r>
            <a:endParaRPr i="1"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eVar4: </a:t>
            </a:r>
            <a:r>
              <a:rPr lang="en" sz="1000">
                <a:solidFill>
                  <a:srgbClr val="188038"/>
                </a:solidFill>
                <a:latin typeface="Helvetica Neue"/>
                <a:ea typeface="Helvetica Neue"/>
                <a:cs typeface="Helvetica Neue"/>
                <a:sym typeface="Helvetica Neue"/>
              </a:rPr>
              <a:t>Site Section &lt;Section&gt;</a:t>
            </a:r>
            <a:endParaRPr i="1"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eVar10: </a:t>
            </a:r>
            <a:r>
              <a:rPr lang="en" sz="1000">
                <a:solidFill>
                  <a:srgbClr val="188038"/>
                </a:solidFill>
                <a:latin typeface="Helvetica Neue"/>
                <a:ea typeface="Helvetica Neue"/>
                <a:cs typeface="Helvetica Neue"/>
                <a:sym typeface="Helvetica Neue"/>
              </a:rPr>
              <a:t>Page Type &lt;Full Website&gt;</a:t>
            </a:r>
            <a:endParaRPr i="1"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eVar15: </a:t>
            </a:r>
            <a:r>
              <a:rPr lang="en" sz="1000">
                <a:solidFill>
                  <a:srgbClr val="188038"/>
                </a:solidFill>
                <a:latin typeface="Helvetica Neue"/>
                <a:ea typeface="Helvetica Neue"/>
                <a:cs typeface="Helvetica Neue"/>
                <a:sym typeface="Helvetica Neue"/>
              </a:rPr>
              <a:t>Page URL &lt;Page URL&gt;</a:t>
            </a:r>
            <a:endParaRPr i="1"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eVar28:</a:t>
            </a:r>
            <a:r>
              <a:rPr lang="en" sz="1000">
                <a:solidFill>
                  <a:srgbClr val="188038"/>
                </a:solidFill>
                <a:latin typeface="Helvetica Neue"/>
                <a:ea typeface="Helvetica Neue"/>
                <a:cs typeface="Helvetica Neue"/>
                <a:sym typeface="Helvetica Neue"/>
              </a:rPr>
              <a:t> Page Section &lt;Page section&gt;</a:t>
            </a:r>
            <a:endParaRPr sz="1100">
              <a:solidFill>
                <a:schemeClr val="dk1"/>
              </a:solidFill>
              <a:latin typeface="Helvetica Neue"/>
              <a:ea typeface="Helvetica Neue"/>
              <a:cs typeface="Helvetica Neue"/>
              <a:sym typeface="Helvetica Neue"/>
            </a:endParaRPr>
          </a:p>
          <a:p>
            <a:pPr indent="0" lvl="0" marL="914400" rtl="0" algn="l">
              <a:spcBef>
                <a:spcPts val="0"/>
              </a:spcBef>
              <a:spcAft>
                <a:spcPts val="0"/>
              </a:spcAft>
              <a:buNone/>
            </a:pPr>
            <a:r>
              <a:t/>
            </a:r>
            <a:endParaRPr b="1" sz="1000">
              <a:solidFill>
                <a:schemeClr val="dk1"/>
              </a:solidFill>
              <a:latin typeface="Helvetica Neue"/>
              <a:ea typeface="Helvetica Neue"/>
              <a:cs typeface="Helvetica Neue"/>
              <a:sym typeface="Helvetica Neue"/>
            </a:endParaRPr>
          </a:p>
        </p:txBody>
      </p:sp>
      <p:cxnSp>
        <p:nvCxnSpPr>
          <p:cNvPr id="702" name="Google Shape;702;p125"/>
          <p:cNvCxnSpPr/>
          <p:nvPr/>
        </p:nvCxnSpPr>
        <p:spPr>
          <a:xfrm flipH="1">
            <a:off x="4920600" y="1650975"/>
            <a:ext cx="8700" cy="2633100"/>
          </a:xfrm>
          <a:prstGeom prst="straightConnector1">
            <a:avLst/>
          </a:prstGeom>
          <a:noFill/>
          <a:ln cap="flat" cmpd="sng" w="19050">
            <a:solidFill>
              <a:srgbClr val="FF9900"/>
            </a:solidFill>
            <a:prstDash val="solid"/>
            <a:round/>
            <a:headEnd len="med" w="med" type="none"/>
            <a:tailEnd len="med" w="med" type="triangle"/>
          </a:ln>
        </p:spPr>
      </p:cxn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FEF"/>
        </a:solidFill>
      </p:bgPr>
    </p:bg>
    <p:spTree>
      <p:nvGrpSpPr>
        <p:cNvPr id="706" name="Shape 706"/>
        <p:cNvGrpSpPr/>
        <p:nvPr/>
      </p:nvGrpSpPr>
      <p:grpSpPr>
        <a:xfrm>
          <a:off x="0" y="0"/>
          <a:ext cx="0" cy="0"/>
          <a:chOff x="0" y="0"/>
          <a:chExt cx="0" cy="0"/>
        </a:xfrm>
      </p:grpSpPr>
      <p:sp>
        <p:nvSpPr>
          <p:cNvPr id="707" name="Google Shape;707;p126"/>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Energy Spotlight</a:t>
            </a:r>
            <a:r>
              <a:rPr lang="en" sz="900">
                <a:solidFill>
                  <a:srgbClr val="016161"/>
                </a:solidFill>
                <a:latin typeface="Helvetica Neue"/>
                <a:ea typeface="Helvetica Neue"/>
                <a:cs typeface="Helvetica Neue"/>
                <a:sym typeface="Helvetica Neue"/>
              </a:rPr>
              <a:t>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708" name="Google Shape;708;p126"/>
          <p:cNvSpPr txBox="1"/>
          <p:nvPr/>
        </p:nvSpPr>
        <p:spPr>
          <a:xfrm>
            <a:off x="571500" y="494075"/>
            <a:ext cx="7360800" cy="5703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2000">
                <a:solidFill>
                  <a:srgbClr val="016161"/>
                </a:solidFill>
                <a:latin typeface="Helvetica Neue"/>
                <a:ea typeface="Helvetica Neue"/>
                <a:cs typeface="Helvetica Neue"/>
                <a:sym typeface="Helvetica Neue"/>
              </a:rPr>
              <a:t>Scroll</a:t>
            </a:r>
            <a:endParaRPr b="1" sz="2000">
              <a:solidFill>
                <a:srgbClr val="4285F4"/>
              </a:solidFill>
              <a:latin typeface="Google Sans"/>
              <a:ea typeface="Google Sans"/>
              <a:cs typeface="Google Sans"/>
              <a:sym typeface="Google Sans"/>
            </a:endParaRPr>
          </a:p>
        </p:txBody>
      </p:sp>
      <p:sp>
        <p:nvSpPr>
          <p:cNvPr id="709" name="Google Shape;709;p126"/>
          <p:cNvSpPr txBox="1"/>
          <p:nvPr/>
        </p:nvSpPr>
        <p:spPr>
          <a:xfrm>
            <a:off x="680150" y="1325675"/>
            <a:ext cx="4349100" cy="346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050">
                <a:latin typeface="Helvetica Neue"/>
                <a:ea typeface="Helvetica Neue"/>
                <a:cs typeface="Helvetica Neue"/>
                <a:sym typeface="Helvetica Neue"/>
              </a:rPr>
              <a:t>Every time the user reaches 100% scroll rate on any page</a:t>
            </a:r>
            <a:endParaRPr sz="1050">
              <a:solidFill>
                <a:srgbClr val="000000"/>
              </a:solidFill>
              <a:latin typeface="Helvetica Neue Light"/>
              <a:ea typeface="Helvetica Neue Light"/>
              <a:cs typeface="Helvetica Neue Light"/>
              <a:sym typeface="Helvetica Neue Light"/>
            </a:endParaRPr>
          </a:p>
        </p:txBody>
      </p:sp>
      <p:sp>
        <p:nvSpPr>
          <p:cNvPr id="710" name="Google Shape;710;p126"/>
          <p:cNvSpPr txBox="1"/>
          <p:nvPr/>
        </p:nvSpPr>
        <p:spPr>
          <a:xfrm>
            <a:off x="680150" y="1693800"/>
            <a:ext cx="4045500" cy="2355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spcBef>
                <a:spcPts val="0"/>
              </a:spcBef>
              <a:spcAft>
                <a:spcPts val="0"/>
              </a:spcAft>
              <a:buNone/>
            </a:pPr>
            <a:r>
              <a:rPr lang="en" sz="1100">
                <a:solidFill>
                  <a:schemeClr val="dk1"/>
                </a:solidFill>
                <a:latin typeface="Helvetica Neue"/>
                <a:ea typeface="Helvetica Neue"/>
                <a:cs typeface="Helvetica Neue"/>
                <a:sym typeface="Helvetica Neue"/>
              </a:rPr>
              <a:t>adobeDataLayer.event = </a:t>
            </a:r>
            <a:r>
              <a:rPr lang="en" sz="1100">
                <a:solidFill>
                  <a:schemeClr val="dk1"/>
                </a:solidFill>
                <a:latin typeface="Helvetica Neue"/>
                <a:ea typeface="Helvetica Neue"/>
                <a:cs typeface="Helvetica Neue"/>
                <a:sym typeface="Helvetica Neue"/>
              </a:rPr>
              <a:t>"Video complete"</a:t>
            </a:r>
            <a:endParaRPr sz="110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Event 14= </a:t>
            </a:r>
            <a:r>
              <a:rPr lang="en" sz="1100">
                <a:solidFill>
                  <a:schemeClr val="dk1"/>
                </a:solidFill>
                <a:latin typeface="Helvetica Neue"/>
                <a:ea typeface="Helvetica Neue"/>
                <a:cs typeface="Helvetica Neue"/>
                <a:sym typeface="Helvetica Neue"/>
              </a:rPr>
              <a:t>Video complete</a:t>
            </a:r>
            <a:endParaRPr sz="1100">
              <a:solidFill>
                <a:schemeClr val="dk1"/>
              </a:solidFill>
              <a:latin typeface="Helvetica Neue"/>
              <a:ea typeface="Helvetica Neue"/>
              <a:cs typeface="Helvetica Neue"/>
              <a:sym typeface="Helvetica Neue"/>
            </a:endParaRPr>
          </a:p>
          <a:p>
            <a:pPr indent="-298450" lvl="0" marL="4572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Evars &amp; Props</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Prop 1: </a:t>
            </a:r>
            <a:r>
              <a:rPr lang="en" sz="1000">
                <a:solidFill>
                  <a:srgbClr val="188038"/>
                </a:solidFill>
                <a:latin typeface="Helvetica Neue"/>
                <a:ea typeface="Helvetica Neue"/>
                <a:cs typeface="Helvetica Neue"/>
                <a:sym typeface="Helvetica Neue"/>
              </a:rPr>
              <a:t>Timestamp &lt;Timestamp MM/DD/YYYY format&gt;</a:t>
            </a:r>
            <a:endParaRPr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eVar1: </a:t>
            </a:r>
            <a:r>
              <a:rPr lang="en" sz="1000">
                <a:solidFill>
                  <a:srgbClr val="188038"/>
                </a:solidFill>
                <a:latin typeface="Helvetica Neue"/>
                <a:ea typeface="Helvetica Neue"/>
                <a:cs typeface="Helvetica Neue"/>
                <a:sym typeface="Helvetica Neue"/>
              </a:rPr>
              <a:t>Domain &lt;website domain&gt;</a:t>
            </a:r>
            <a:endParaRPr i="1"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eVar3: </a:t>
            </a:r>
            <a:r>
              <a:rPr lang="en" sz="1000">
                <a:solidFill>
                  <a:srgbClr val="188038"/>
                </a:solidFill>
                <a:latin typeface="Helvetica Neue"/>
                <a:ea typeface="Helvetica Neue"/>
                <a:cs typeface="Helvetica Neue"/>
                <a:sym typeface="Helvetica Neue"/>
              </a:rPr>
              <a:t>Page name &lt;page name&gt;</a:t>
            </a:r>
            <a:endParaRPr i="1"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eVar4: </a:t>
            </a:r>
            <a:r>
              <a:rPr lang="en" sz="1000">
                <a:solidFill>
                  <a:srgbClr val="188038"/>
                </a:solidFill>
                <a:latin typeface="Helvetica Neue"/>
                <a:ea typeface="Helvetica Neue"/>
                <a:cs typeface="Helvetica Neue"/>
                <a:sym typeface="Helvetica Neue"/>
              </a:rPr>
              <a:t>Site Section &lt;Section&gt;</a:t>
            </a:r>
            <a:endParaRPr i="1"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eVar10: </a:t>
            </a:r>
            <a:r>
              <a:rPr lang="en" sz="1000">
                <a:solidFill>
                  <a:srgbClr val="188038"/>
                </a:solidFill>
                <a:latin typeface="Helvetica Neue"/>
                <a:ea typeface="Helvetica Neue"/>
                <a:cs typeface="Helvetica Neue"/>
                <a:sym typeface="Helvetica Neue"/>
              </a:rPr>
              <a:t>Page Type &lt;Full Website&gt;</a:t>
            </a:r>
            <a:endParaRPr i="1"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eVar15: </a:t>
            </a:r>
            <a:r>
              <a:rPr lang="en" sz="1000">
                <a:solidFill>
                  <a:srgbClr val="188038"/>
                </a:solidFill>
                <a:latin typeface="Helvetica Neue"/>
                <a:ea typeface="Helvetica Neue"/>
                <a:cs typeface="Helvetica Neue"/>
                <a:sym typeface="Helvetica Neue"/>
              </a:rPr>
              <a:t>Page URL &lt;Page URL&gt;</a:t>
            </a:r>
            <a:endParaRPr i="1" sz="1100">
              <a:solidFill>
                <a:schemeClr val="dk1"/>
              </a:solidFill>
              <a:latin typeface="Helvetica Neue"/>
              <a:ea typeface="Helvetica Neue"/>
              <a:cs typeface="Helvetica Neue"/>
              <a:sym typeface="Helvetica Neue"/>
            </a:endParaRPr>
          </a:p>
          <a:p>
            <a:pPr indent="-298450" lvl="1" marL="914400" rtl="0" algn="l">
              <a:spcBef>
                <a:spcPts val="0"/>
              </a:spcBef>
              <a:spcAft>
                <a:spcPts val="0"/>
              </a:spcAft>
              <a:buClr>
                <a:schemeClr val="dk1"/>
              </a:buClr>
              <a:buSzPts val="1100"/>
              <a:buFont typeface="Helvetica Neue"/>
              <a:buChar char="○"/>
            </a:pPr>
            <a:r>
              <a:rPr lang="en" sz="1100">
                <a:solidFill>
                  <a:schemeClr val="dk1"/>
                </a:solidFill>
                <a:latin typeface="Helvetica Neue"/>
                <a:ea typeface="Helvetica Neue"/>
                <a:cs typeface="Helvetica Neue"/>
                <a:sym typeface="Helvetica Neue"/>
              </a:rPr>
              <a:t>eVar28:</a:t>
            </a:r>
            <a:r>
              <a:rPr lang="en" sz="1000">
                <a:solidFill>
                  <a:srgbClr val="188038"/>
                </a:solidFill>
                <a:latin typeface="Helvetica Neue"/>
                <a:ea typeface="Helvetica Neue"/>
                <a:cs typeface="Helvetica Neue"/>
                <a:sym typeface="Helvetica Neue"/>
              </a:rPr>
              <a:t> Page Section &lt;Page section&gt;</a:t>
            </a:r>
            <a:endParaRPr sz="1100">
              <a:solidFill>
                <a:schemeClr val="dk1"/>
              </a:solidFill>
              <a:latin typeface="Helvetica Neue"/>
              <a:ea typeface="Helvetica Neue"/>
              <a:cs typeface="Helvetica Neue"/>
              <a:sym typeface="Helvetica Neue"/>
            </a:endParaRPr>
          </a:p>
          <a:p>
            <a:pPr indent="0" lvl="0" marL="914400" rtl="0" algn="l">
              <a:spcBef>
                <a:spcPts val="0"/>
              </a:spcBef>
              <a:spcAft>
                <a:spcPts val="0"/>
              </a:spcAft>
              <a:buNone/>
            </a:pPr>
            <a:r>
              <a:t/>
            </a:r>
            <a:endParaRPr b="1" sz="1000">
              <a:solidFill>
                <a:schemeClr val="dk1"/>
              </a:solidFill>
              <a:latin typeface="Helvetica Neue"/>
              <a:ea typeface="Helvetica Neue"/>
              <a:cs typeface="Helvetica Neue"/>
              <a:sym typeface="Helvetica Neue"/>
            </a:endParaRPr>
          </a:p>
        </p:txBody>
      </p:sp>
      <p:cxnSp>
        <p:nvCxnSpPr>
          <p:cNvPr id="711" name="Google Shape;711;p126"/>
          <p:cNvCxnSpPr/>
          <p:nvPr/>
        </p:nvCxnSpPr>
        <p:spPr>
          <a:xfrm flipH="1">
            <a:off x="4920600" y="1650975"/>
            <a:ext cx="8700" cy="2633100"/>
          </a:xfrm>
          <a:prstGeom prst="straightConnector1">
            <a:avLst/>
          </a:prstGeom>
          <a:noFill/>
          <a:ln cap="flat" cmpd="sng" w="19050">
            <a:solidFill>
              <a:srgbClr val="FF9900"/>
            </a:solidFill>
            <a:prstDash val="solid"/>
            <a:round/>
            <a:headEnd len="med" w="med" type="none"/>
            <a:tailEnd len="med" w="med" type="triangl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FEF"/>
        </a:solidFill>
      </p:bgPr>
    </p:bg>
    <p:spTree>
      <p:nvGrpSpPr>
        <p:cNvPr id="715" name="Shape 715"/>
        <p:cNvGrpSpPr/>
        <p:nvPr/>
      </p:nvGrpSpPr>
      <p:grpSpPr>
        <a:xfrm>
          <a:off x="0" y="0"/>
          <a:ext cx="0" cy="0"/>
          <a:chOff x="0" y="0"/>
          <a:chExt cx="0" cy="0"/>
        </a:xfrm>
      </p:grpSpPr>
      <p:sp>
        <p:nvSpPr>
          <p:cNvPr id="716" name="Google Shape;716;p127"/>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TCP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717" name="Google Shape;717;p127"/>
          <p:cNvSpPr txBox="1"/>
          <p:nvPr/>
        </p:nvSpPr>
        <p:spPr>
          <a:xfrm>
            <a:off x="571500" y="969875"/>
            <a:ext cx="8282700" cy="17865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8000">
                <a:solidFill>
                  <a:srgbClr val="016161"/>
                </a:solidFill>
                <a:latin typeface="Helvetica Neue"/>
                <a:ea typeface="Helvetica Neue"/>
                <a:cs typeface="Helvetica Neue"/>
                <a:sym typeface="Helvetica Neue"/>
              </a:rPr>
              <a:t>Video </a:t>
            </a:r>
            <a:endParaRPr b="1" sz="8000">
              <a:solidFill>
                <a:srgbClr val="4285F4"/>
              </a:solidFill>
              <a:latin typeface="Google Sans"/>
              <a:ea typeface="Google Sans"/>
              <a:cs typeface="Google Sans"/>
              <a:sym typeface="Google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FEF"/>
        </a:solidFill>
      </p:bgPr>
    </p:bg>
    <p:spTree>
      <p:nvGrpSpPr>
        <p:cNvPr id="721" name="Shape 721"/>
        <p:cNvGrpSpPr/>
        <p:nvPr/>
      </p:nvGrpSpPr>
      <p:grpSpPr>
        <a:xfrm>
          <a:off x="0" y="0"/>
          <a:ext cx="0" cy="0"/>
          <a:chOff x="0" y="0"/>
          <a:chExt cx="0" cy="0"/>
        </a:xfrm>
      </p:grpSpPr>
      <p:sp>
        <p:nvSpPr>
          <p:cNvPr id="722" name="Google Shape;722;p128"/>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TCP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723" name="Google Shape;723;p128"/>
          <p:cNvSpPr txBox="1"/>
          <p:nvPr/>
        </p:nvSpPr>
        <p:spPr>
          <a:xfrm>
            <a:off x="571500" y="494075"/>
            <a:ext cx="7360800" cy="5703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2000">
                <a:solidFill>
                  <a:srgbClr val="00843D"/>
                </a:solidFill>
                <a:latin typeface="Helvetica Neue"/>
                <a:ea typeface="Helvetica Neue"/>
                <a:cs typeface="Helvetica Neue"/>
                <a:sym typeface="Helvetica Neue"/>
              </a:rPr>
              <a:t>Video</a:t>
            </a:r>
            <a:endParaRPr b="1" sz="2000">
              <a:solidFill>
                <a:srgbClr val="4285F4"/>
              </a:solidFill>
              <a:latin typeface="Google Sans"/>
              <a:ea typeface="Google Sans"/>
              <a:cs typeface="Google Sans"/>
              <a:sym typeface="Google Sans"/>
            </a:endParaRPr>
          </a:p>
        </p:txBody>
      </p:sp>
      <p:sp>
        <p:nvSpPr>
          <p:cNvPr id="724" name="Google Shape;724;p128"/>
          <p:cNvSpPr txBox="1"/>
          <p:nvPr/>
        </p:nvSpPr>
        <p:spPr>
          <a:xfrm>
            <a:off x="571500" y="1478850"/>
            <a:ext cx="4115100" cy="2185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292100" lvl="0" marL="4572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Event = Video Start</a:t>
            </a:r>
            <a:endParaRPr sz="1000">
              <a:solidFill>
                <a:schemeClr val="dk1"/>
              </a:solidFill>
              <a:latin typeface="Helvetica Neue"/>
              <a:ea typeface="Helvetica Neue"/>
              <a:cs typeface="Helvetica Neue"/>
              <a:sym typeface="Helvetica Neue"/>
            </a:endParaRPr>
          </a:p>
          <a:p>
            <a:pPr indent="-292100" lvl="0" marL="4572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Evars &amp; Props</a:t>
            </a:r>
            <a:endParaRPr sz="1000">
              <a:solidFill>
                <a:schemeClr val="dk1"/>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Prop 1:</a:t>
            </a:r>
            <a:r>
              <a:rPr lang="en" sz="1000">
                <a:solidFill>
                  <a:srgbClr val="188038"/>
                </a:solidFill>
                <a:latin typeface="Helvetica Neue"/>
                <a:ea typeface="Helvetica Neue"/>
                <a:cs typeface="Helvetica Neue"/>
                <a:sym typeface="Helvetica Neue"/>
              </a:rPr>
              <a:t> Timestamp &lt;Timestamp MM/DD/YYYY format&gt;</a:t>
            </a:r>
            <a:endParaRPr sz="1000">
              <a:solidFill>
                <a:schemeClr val="dk1"/>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eVar1:</a:t>
            </a:r>
            <a:r>
              <a:rPr lang="en" sz="1000">
                <a:solidFill>
                  <a:srgbClr val="188038"/>
                </a:solidFill>
                <a:latin typeface="Helvetica Neue"/>
                <a:ea typeface="Helvetica Neue"/>
                <a:cs typeface="Helvetica Neue"/>
                <a:sym typeface="Helvetica Neue"/>
              </a:rPr>
              <a:t> Domain &lt;website domain&gt;</a:t>
            </a:r>
            <a:endParaRPr sz="1000">
              <a:solidFill>
                <a:srgbClr val="188038"/>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eVar3:</a:t>
            </a:r>
            <a:r>
              <a:rPr lang="en" sz="1000">
                <a:solidFill>
                  <a:srgbClr val="188038"/>
                </a:solidFill>
                <a:latin typeface="Helvetica Neue"/>
                <a:ea typeface="Helvetica Neue"/>
                <a:cs typeface="Helvetica Neue"/>
                <a:sym typeface="Helvetica Neue"/>
              </a:rPr>
              <a:t> Page name &lt;page name&gt;</a:t>
            </a:r>
            <a:endParaRPr sz="1000">
              <a:solidFill>
                <a:srgbClr val="188038"/>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eVar4:</a:t>
            </a:r>
            <a:r>
              <a:rPr lang="en" sz="1000">
                <a:solidFill>
                  <a:srgbClr val="188038"/>
                </a:solidFill>
                <a:latin typeface="Helvetica Neue"/>
                <a:ea typeface="Helvetica Neue"/>
                <a:cs typeface="Helvetica Neue"/>
                <a:sym typeface="Helvetica Neue"/>
              </a:rPr>
              <a:t> Site Section &lt;Site section&gt;</a:t>
            </a:r>
            <a:endParaRPr sz="1000">
              <a:solidFill>
                <a:srgbClr val="188038"/>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eVar10:</a:t>
            </a:r>
            <a:r>
              <a:rPr lang="en" sz="1000">
                <a:solidFill>
                  <a:srgbClr val="188038"/>
                </a:solidFill>
                <a:latin typeface="Helvetica Neue"/>
                <a:ea typeface="Helvetica Neue"/>
                <a:cs typeface="Helvetica Neue"/>
                <a:sym typeface="Helvetica Neue"/>
              </a:rPr>
              <a:t> Page Type &lt;Full Website&gt;</a:t>
            </a:r>
            <a:endParaRPr sz="1000">
              <a:solidFill>
                <a:srgbClr val="188038"/>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eVar11: </a:t>
            </a:r>
            <a:r>
              <a:rPr lang="en" sz="1000">
                <a:solidFill>
                  <a:srgbClr val="188038"/>
                </a:solidFill>
                <a:latin typeface="Helvetica Neue"/>
                <a:ea typeface="Helvetica Neue"/>
                <a:cs typeface="Helvetica Neue"/>
                <a:sym typeface="Helvetica Neue"/>
              </a:rPr>
              <a:t>Content Type &lt;Video&gt;</a:t>
            </a:r>
            <a:endParaRPr sz="1000">
              <a:solidFill>
                <a:srgbClr val="188038"/>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eVar13: </a:t>
            </a:r>
            <a:r>
              <a:rPr lang="en" sz="1000">
                <a:solidFill>
                  <a:srgbClr val="188038"/>
                </a:solidFill>
                <a:latin typeface="Helvetica Neue"/>
                <a:ea typeface="Helvetica Neue"/>
                <a:cs typeface="Helvetica Neue"/>
                <a:sym typeface="Helvetica Neue"/>
              </a:rPr>
              <a:t>Video Name &lt;video name&gt;</a:t>
            </a:r>
            <a:endParaRPr sz="1000">
              <a:solidFill>
                <a:srgbClr val="188038"/>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eVar15: </a:t>
            </a:r>
            <a:r>
              <a:rPr lang="en" sz="1000">
                <a:solidFill>
                  <a:srgbClr val="188038"/>
                </a:solidFill>
                <a:latin typeface="Helvetica Neue"/>
                <a:ea typeface="Helvetica Neue"/>
                <a:cs typeface="Helvetica Neue"/>
                <a:sym typeface="Helvetica Neue"/>
              </a:rPr>
              <a:t>Page URL &lt;Page URL&gt;</a:t>
            </a:r>
            <a:endParaRPr i="1" sz="1000">
              <a:solidFill>
                <a:schemeClr val="dk1"/>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eVar28:</a:t>
            </a:r>
            <a:r>
              <a:rPr lang="en" sz="1000">
                <a:solidFill>
                  <a:srgbClr val="188038"/>
                </a:solidFill>
                <a:latin typeface="Helvetica Neue"/>
                <a:ea typeface="Helvetica Neue"/>
                <a:cs typeface="Helvetica Neue"/>
                <a:sym typeface="Helvetica Neue"/>
              </a:rPr>
              <a:t> Page Section &lt;Page section&gt;</a:t>
            </a:r>
            <a:endParaRPr i="1" sz="1000">
              <a:solidFill>
                <a:schemeClr val="dk1"/>
              </a:solidFill>
              <a:latin typeface="Helvetica Neue"/>
              <a:ea typeface="Helvetica Neue"/>
              <a:cs typeface="Helvetica Neue"/>
              <a:sym typeface="Helvetica Neue"/>
            </a:endParaRPr>
          </a:p>
          <a:p>
            <a:pPr indent="-292100" lvl="1" marL="914400" rtl="0" algn="l">
              <a:lnSpc>
                <a:spcPct val="115000"/>
              </a:lnSpc>
              <a:spcBef>
                <a:spcPts val="0"/>
              </a:spcBef>
              <a:spcAft>
                <a:spcPts val="0"/>
              </a:spcAft>
              <a:buSzPts val="1000"/>
              <a:buFont typeface="Helvetica Neue"/>
              <a:buChar char="○"/>
            </a:pPr>
            <a:r>
              <a:rPr lang="en" sz="1000">
                <a:latin typeface="Helvetica Neue"/>
                <a:ea typeface="Helvetica Neue"/>
                <a:cs typeface="Helvetica Neue"/>
                <a:sym typeface="Helvetica Neue"/>
              </a:rPr>
              <a:t>eVar36:</a:t>
            </a:r>
            <a:r>
              <a:rPr lang="en" sz="1000">
                <a:solidFill>
                  <a:srgbClr val="188038"/>
                </a:solidFill>
                <a:latin typeface="Helvetica Neue"/>
                <a:ea typeface="Helvetica Neue"/>
                <a:cs typeface="Helvetica Neue"/>
                <a:sym typeface="Helvetica Neue"/>
              </a:rPr>
              <a:t> Component  &lt;component&gt;</a:t>
            </a:r>
            <a:endParaRPr sz="1000">
              <a:solidFill>
                <a:schemeClr val="dk1"/>
              </a:solidFill>
              <a:latin typeface="Helvetica Neue"/>
              <a:ea typeface="Helvetica Neue"/>
              <a:cs typeface="Helvetica Neue"/>
              <a:sym typeface="Helvetica Neue"/>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FEF"/>
        </a:solidFill>
      </p:bgPr>
    </p:bg>
    <p:spTree>
      <p:nvGrpSpPr>
        <p:cNvPr id="728" name="Shape 728"/>
        <p:cNvGrpSpPr/>
        <p:nvPr/>
      </p:nvGrpSpPr>
      <p:grpSpPr>
        <a:xfrm>
          <a:off x="0" y="0"/>
          <a:ext cx="0" cy="0"/>
          <a:chOff x="0" y="0"/>
          <a:chExt cx="0" cy="0"/>
        </a:xfrm>
      </p:grpSpPr>
      <p:sp>
        <p:nvSpPr>
          <p:cNvPr id="729" name="Google Shape;729;p129"/>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TCP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730" name="Google Shape;730;p129"/>
          <p:cNvSpPr txBox="1"/>
          <p:nvPr/>
        </p:nvSpPr>
        <p:spPr>
          <a:xfrm>
            <a:off x="571500" y="494075"/>
            <a:ext cx="7360800" cy="5703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2000">
                <a:solidFill>
                  <a:srgbClr val="00843D"/>
                </a:solidFill>
                <a:latin typeface="Helvetica Neue"/>
                <a:ea typeface="Helvetica Neue"/>
                <a:cs typeface="Helvetica Neue"/>
                <a:sym typeface="Helvetica Neue"/>
              </a:rPr>
              <a:t>Video</a:t>
            </a:r>
            <a:endParaRPr b="1" sz="2000">
              <a:solidFill>
                <a:srgbClr val="4285F4"/>
              </a:solidFill>
              <a:latin typeface="Google Sans"/>
              <a:ea typeface="Google Sans"/>
              <a:cs typeface="Google Sans"/>
              <a:sym typeface="Google Sans"/>
            </a:endParaRPr>
          </a:p>
        </p:txBody>
      </p:sp>
      <p:sp>
        <p:nvSpPr>
          <p:cNvPr id="731" name="Google Shape;731;p129"/>
          <p:cNvSpPr txBox="1"/>
          <p:nvPr/>
        </p:nvSpPr>
        <p:spPr>
          <a:xfrm>
            <a:off x="637475" y="1478850"/>
            <a:ext cx="4115100" cy="2185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292100" lvl="0" marL="4572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Event = Video 50%</a:t>
            </a:r>
            <a:endParaRPr sz="1000">
              <a:solidFill>
                <a:schemeClr val="dk1"/>
              </a:solidFill>
              <a:latin typeface="Helvetica Neue"/>
              <a:ea typeface="Helvetica Neue"/>
              <a:cs typeface="Helvetica Neue"/>
              <a:sym typeface="Helvetica Neue"/>
            </a:endParaRPr>
          </a:p>
          <a:p>
            <a:pPr indent="-292100" lvl="0" marL="4572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Evars &amp; Props</a:t>
            </a:r>
            <a:endParaRPr sz="1000">
              <a:solidFill>
                <a:schemeClr val="dk1"/>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Prop 1:</a:t>
            </a:r>
            <a:r>
              <a:rPr lang="en" sz="1000">
                <a:solidFill>
                  <a:srgbClr val="188038"/>
                </a:solidFill>
                <a:latin typeface="Helvetica Neue"/>
                <a:ea typeface="Helvetica Neue"/>
                <a:cs typeface="Helvetica Neue"/>
                <a:sym typeface="Helvetica Neue"/>
              </a:rPr>
              <a:t> Timestamp &lt;Timestamp MM/DD/YYYY format&gt;</a:t>
            </a:r>
            <a:endParaRPr sz="1000">
              <a:solidFill>
                <a:schemeClr val="dk1"/>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eVar1:</a:t>
            </a:r>
            <a:r>
              <a:rPr lang="en" sz="1000">
                <a:solidFill>
                  <a:srgbClr val="188038"/>
                </a:solidFill>
                <a:latin typeface="Helvetica Neue"/>
                <a:ea typeface="Helvetica Neue"/>
                <a:cs typeface="Helvetica Neue"/>
                <a:sym typeface="Helvetica Neue"/>
              </a:rPr>
              <a:t> Domain &lt;website domain&gt;</a:t>
            </a:r>
            <a:endParaRPr sz="1000">
              <a:solidFill>
                <a:srgbClr val="188038"/>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eVar3:</a:t>
            </a:r>
            <a:r>
              <a:rPr lang="en" sz="1000">
                <a:solidFill>
                  <a:srgbClr val="188038"/>
                </a:solidFill>
                <a:latin typeface="Helvetica Neue"/>
                <a:ea typeface="Helvetica Neue"/>
                <a:cs typeface="Helvetica Neue"/>
                <a:sym typeface="Helvetica Neue"/>
              </a:rPr>
              <a:t> Page name &lt;page name&gt;</a:t>
            </a:r>
            <a:endParaRPr sz="1000">
              <a:solidFill>
                <a:srgbClr val="188038"/>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eVar4:</a:t>
            </a:r>
            <a:r>
              <a:rPr lang="en" sz="1000">
                <a:solidFill>
                  <a:srgbClr val="188038"/>
                </a:solidFill>
                <a:latin typeface="Helvetica Neue"/>
                <a:ea typeface="Helvetica Neue"/>
                <a:cs typeface="Helvetica Neue"/>
                <a:sym typeface="Helvetica Neue"/>
              </a:rPr>
              <a:t> Site Section &lt;Site section&gt;</a:t>
            </a:r>
            <a:endParaRPr sz="1000">
              <a:solidFill>
                <a:srgbClr val="188038"/>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eVar10:</a:t>
            </a:r>
            <a:r>
              <a:rPr lang="en" sz="1000">
                <a:solidFill>
                  <a:srgbClr val="188038"/>
                </a:solidFill>
                <a:latin typeface="Helvetica Neue"/>
                <a:ea typeface="Helvetica Neue"/>
                <a:cs typeface="Helvetica Neue"/>
                <a:sym typeface="Helvetica Neue"/>
              </a:rPr>
              <a:t> Page Type &lt;Full Website&gt;</a:t>
            </a:r>
            <a:endParaRPr sz="1000">
              <a:solidFill>
                <a:srgbClr val="188038"/>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eVar11: </a:t>
            </a:r>
            <a:r>
              <a:rPr lang="en" sz="1000">
                <a:solidFill>
                  <a:srgbClr val="188038"/>
                </a:solidFill>
                <a:latin typeface="Helvetica Neue"/>
                <a:ea typeface="Helvetica Neue"/>
                <a:cs typeface="Helvetica Neue"/>
                <a:sym typeface="Helvetica Neue"/>
              </a:rPr>
              <a:t>Content Type &lt;Video&gt;</a:t>
            </a:r>
            <a:endParaRPr sz="1000">
              <a:solidFill>
                <a:srgbClr val="188038"/>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eVar13: </a:t>
            </a:r>
            <a:r>
              <a:rPr lang="en" sz="1000">
                <a:solidFill>
                  <a:srgbClr val="188038"/>
                </a:solidFill>
                <a:latin typeface="Helvetica Neue"/>
                <a:ea typeface="Helvetica Neue"/>
                <a:cs typeface="Helvetica Neue"/>
                <a:sym typeface="Helvetica Neue"/>
              </a:rPr>
              <a:t>Video Name &lt;video name&gt;</a:t>
            </a:r>
            <a:endParaRPr sz="1000">
              <a:solidFill>
                <a:srgbClr val="188038"/>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eVar15: </a:t>
            </a:r>
            <a:r>
              <a:rPr lang="en" sz="1000">
                <a:solidFill>
                  <a:srgbClr val="188038"/>
                </a:solidFill>
                <a:latin typeface="Helvetica Neue"/>
                <a:ea typeface="Helvetica Neue"/>
                <a:cs typeface="Helvetica Neue"/>
                <a:sym typeface="Helvetica Neue"/>
              </a:rPr>
              <a:t>Page URL &lt;Page URL&gt;</a:t>
            </a:r>
            <a:endParaRPr i="1" sz="1000">
              <a:solidFill>
                <a:schemeClr val="dk1"/>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eVar28:</a:t>
            </a:r>
            <a:r>
              <a:rPr lang="en" sz="1000">
                <a:solidFill>
                  <a:srgbClr val="188038"/>
                </a:solidFill>
                <a:latin typeface="Helvetica Neue"/>
                <a:ea typeface="Helvetica Neue"/>
                <a:cs typeface="Helvetica Neue"/>
                <a:sym typeface="Helvetica Neue"/>
              </a:rPr>
              <a:t> Page Section &lt;Page section&gt;</a:t>
            </a:r>
            <a:endParaRPr i="1" sz="1000">
              <a:solidFill>
                <a:schemeClr val="dk1"/>
              </a:solidFill>
              <a:latin typeface="Helvetica Neue"/>
              <a:ea typeface="Helvetica Neue"/>
              <a:cs typeface="Helvetica Neue"/>
              <a:sym typeface="Helvetica Neue"/>
            </a:endParaRPr>
          </a:p>
          <a:p>
            <a:pPr indent="-292100" lvl="1" marL="914400" rtl="0" algn="l">
              <a:lnSpc>
                <a:spcPct val="115000"/>
              </a:lnSpc>
              <a:spcBef>
                <a:spcPts val="0"/>
              </a:spcBef>
              <a:spcAft>
                <a:spcPts val="0"/>
              </a:spcAft>
              <a:buSzPts val="1000"/>
              <a:buFont typeface="Helvetica Neue"/>
              <a:buChar char="○"/>
            </a:pPr>
            <a:r>
              <a:rPr lang="en" sz="1000">
                <a:latin typeface="Helvetica Neue"/>
                <a:ea typeface="Helvetica Neue"/>
                <a:cs typeface="Helvetica Neue"/>
                <a:sym typeface="Helvetica Neue"/>
              </a:rPr>
              <a:t>eVar36:</a:t>
            </a:r>
            <a:r>
              <a:rPr lang="en" sz="1000">
                <a:solidFill>
                  <a:srgbClr val="188038"/>
                </a:solidFill>
                <a:latin typeface="Helvetica Neue"/>
                <a:ea typeface="Helvetica Neue"/>
                <a:cs typeface="Helvetica Neue"/>
                <a:sym typeface="Helvetica Neue"/>
              </a:rPr>
              <a:t> Component  &lt;component&gt;</a:t>
            </a:r>
            <a:endParaRPr sz="1000">
              <a:solidFill>
                <a:schemeClr val="dk1"/>
              </a:solidFill>
              <a:latin typeface="Helvetica Neue"/>
              <a:ea typeface="Helvetica Neue"/>
              <a:cs typeface="Helvetica Neue"/>
              <a:sym typeface="Helvetica Neue"/>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FEF"/>
        </a:solidFill>
      </p:bgPr>
    </p:bg>
    <p:spTree>
      <p:nvGrpSpPr>
        <p:cNvPr id="735" name="Shape 735"/>
        <p:cNvGrpSpPr/>
        <p:nvPr/>
      </p:nvGrpSpPr>
      <p:grpSpPr>
        <a:xfrm>
          <a:off x="0" y="0"/>
          <a:ext cx="0" cy="0"/>
          <a:chOff x="0" y="0"/>
          <a:chExt cx="0" cy="0"/>
        </a:xfrm>
      </p:grpSpPr>
      <p:sp>
        <p:nvSpPr>
          <p:cNvPr id="736" name="Google Shape;736;p130"/>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TCP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737" name="Google Shape;737;p130"/>
          <p:cNvSpPr txBox="1"/>
          <p:nvPr/>
        </p:nvSpPr>
        <p:spPr>
          <a:xfrm>
            <a:off x="571500" y="494075"/>
            <a:ext cx="7360800" cy="5703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2000">
                <a:solidFill>
                  <a:srgbClr val="00843D"/>
                </a:solidFill>
                <a:latin typeface="Helvetica Neue"/>
                <a:ea typeface="Helvetica Neue"/>
                <a:cs typeface="Helvetica Neue"/>
                <a:sym typeface="Helvetica Neue"/>
              </a:rPr>
              <a:t>Video</a:t>
            </a:r>
            <a:endParaRPr b="1" sz="2000">
              <a:solidFill>
                <a:srgbClr val="4285F4"/>
              </a:solidFill>
              <a:latin typeface="Google Sans"/>
              <a:ea typeface="Google Sans"/>
              <a:cs typeface="Google Sans"/>
              <a:sym typeface="Google Sans"/>
            </a:endParaRPr>
          </a:p>
        </p:txBody>
      </p:sp>
      <p:sp>
        <p:nvSpPr>
          <p:cNvPr id="738" name="Google Shape;738;p130"/>
          <p:cNvSpPr txBox="1"/>
          <p:nvPr/>
        </p:nvSpPr>
        <p:spPr>
          <a:xfrm>
            <a:off x="600525" y="1478850"/>
            <a:ext cx="4115100" cy="2185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292100" lvl="0" marL="4572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Event = Video 75%</a:t>
            </a:r>
            <a:endParaRPr sz="1000">
              <a:solidFill>
                <a:schemeClr val="dk1"/>
              </a:solidFill>
              <a:latin typeface="Helvetica Neue"/>
              <a:ea typeface="Helvetica Neue"/>
              <a:cs typeface="Helvetica Neue"/>
              <a:sym typeface="Helvetica Neue"/>
            </a:endParaRPr>
          </a:p>
          <a:p>
            <a:pPr indent="-292100" lvl="0" marL="4572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Evars &amp; Props</a:t>
            </a:r>
            <a:endParaRPr sz="1000">
              <a:solidFill>
                <a:schemeClr val="dk1"/>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Prop 1:</a:t>
            </a:r>
            <a:r>
              <a:rPr lang="en" sz="1000">
                <a:solidFill>
                  <a:srgbClr val="188038"/>
                </a:solidFill>
                <a:latin typeface="Helvetica Neue"/>
                <a:ea typeface="Helvetica Neue"/>
                <a:cs typeface="Helvetica Neue"/>
                <a:sym typeface="Helvetica Neue"/>
              </a:rPr>
              <a:t> Timestamp &lt;Timestamp MM/DD/YYYY format&gt;</a:t>
            </a:r>
            <a:endParaRPr sz="1000">
              <a:solidFill>
                <a:schemeClr val="dk1"/>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eVar1:</a:t>
            </a:r>
            <a:r>
              <a:rPr lang="en" sz="1000">
                <a:solidFill>
                  <a:srgbClr val="188038"/>
                </a:solidFill>
                <a:latin typeface="Helvetica Neue"/>
                <a:ea typeface="Helvetica Neue"/>
                <a:cs typeface="Helvetica Neue"/>
                <a:sym typeface="Helvetica Neue"/>
              </a:rPr>
              <a:t> Domain &lt;website domain&gt;</a:t>
            </a:r>
            <a:endParaRPr sz="1000">
              <a:solidFill>
                <a:srgbClr val="188038"/>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eVar3:</a:t>
            </a:r>
            <a:r>
              <a:rPr lang="en" sz="1000">
                <a:solidFill>
                  <a:srgbClr val="188038"/>
                </a:solidFill>
                <a:latin typeface="Helvetica Neue"/>
                <a:ea typeface="Helvetica Neue"/>
                <a:cs typeface="Helvetica Neue"/>
                <a:sym typeface="Helvetica Neue"/>
              </a:rPr>
              <a:t> Page name &lt;page name&gt;</a:t>
            </a:r>
            <a:endParaRPr sz="1000">
              <a:solidFill>
                <a:srgbClr val="188038"/>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eVar4:</a:t>
            </a:r>
            <a:r>
              <a:rPr lang="en" sz="1000">
                <a:solidFill>
                  <a:srgbClr val="188038"/>
                </a:solidFill>
                <a:latin typeface="Helvetica Neue"/>
                <a:ea typeface="Helvetica Neue"/>
                <a:cs typeface="Helvetica Neue"/>
                <a:sym typeface="Helvetica Neue"/>
              </a:rPr>
              <a:t> Site Section &lt;Site section&gt;</a:t>
            </a:r>
            <a:endParaRPr sz="1000">
              <a:solidFill>
                <a:srgbClr val="188038"/>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eVar10:</a:t>
            </a:r>
            <a:r>
              <a:rPr lang="en" sz="1000">
                <a:solidFill>
                  <a:srgbClr val="188038"/>
                </a:solidFill>
                <a:latin typeface="Helvetica Neue"/>
                <a:ea typeface="Helvetica Neue"/>
                <a:cs typeface="Helvetica Neue"/>
                <a:sym typeface="Helvetica Neue"/>
              </a:rPr>
              <a:t> Page Type &lt;Full Website&gt;</a:t>
            </a:r>
            <a:endParaRPr sz="1000">
              <a:solidFill>
                <a:srgbClr val="188038"/>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eVar11: </a:t>
            </a:r>
            <a:r>
              <a:rPr lang="en" sz="1000">
                <a:solidFill>
                  <a:srgbClr val="188038"/>
                </a:solidFill>
                <a:latin typeface="Helvetica Neue"/>
                <a:ea typeface="Helvetica Neue"/>
                <a:cs typeface="Helvetica Neue"/>
                <a:sym typeface="Helvetica Neue"/>
              </a:rPr>
              <a:t>Content Type &lt;Video&gt;</a:t>
            </a:r>
            <a:endParaRPr sz="1000">
              <a:solidFill>
                <a:srgbClr val="188038"/>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eVar13: </a:t>
            </a:r>
            <a:r>
              <a:rPr lang="en" sz="1000">
                <a:solidFill>
                  <a:srgbClr val="188038"/>
                </a:solidFill>
                <a:latin typeface="Helvetica Neue"/>
                <a:ea typeface="Helvetica Neue"/>
                <a:cs typeface="Helvetica Neue"/>
                <a:sym typeface="Helvetica Neue"/>
              </a:rPr>
              <a:t>Video Name &lt;video name&gt;</a:t>
            </a:r>
            <a:endParaRPr sz="1000">
              <a:solidFill>
                <a:srgbClr val="188038"/>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eVar15: </a:t>
            </a:r>
            <a:r>
              <a:rPr lang="en" sz="1000">
                <a:solidFill>
                  <a:srgbClr val="188038"/>
                </a:solidFill>
                <a:latin typeface="Helvetica Neue"/>
                <a:ea typeface="Helvetica Neue"/>
                <a:cs typeface="Helvetica Neue"/>
                <a:sym typeface="Helvetica Neue"/>
              </a:rPr>
              <a:t>Page URL &lt;Page URL&gt;</a:t>
            </a:r>
            <a:endParaRPr i="1" sz="1000">
              <a:solidFill>
                <a:schemeClr val="dk1"/>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eVar28:</a:t>
            </a:r>
            <a:r>
              <a:rPr lang="en" sz="1000">
                <a:solidFill>
                  <a:srgbClr val="188038"/>
                </a:solidFill>
                <a:latin typeface="Helvetica Neue"/>
                <a:ea typeface="Helvetica Neue"/>
                <a:cs typeface="Helvetica Neue"/>
                <a:sym typeface="Helvetica Neue"/>
              </a:rPr>
              <a:t> Page Section &lt;Page section&gt;</a:t>
            </a:r>
            <a:endParaRPr i="1" sz="1000">
              <a:solidFill>
                <a:schemeClr val="dk1"/>
              </a:solidFill>
              <a:latin typeface="Helvetica Neue"/>
              <a:ea typeface="Helvetica Neue"/>
              <a:cs typeface="Helvetica Neue"/>
              <a:sym typeface="Helvetica Neue"/>
            </a:endParaRPr>
          </a:p>
          <a:p>
            <a:pPr indent="-292100" lvl="1" marL="914400" rtl="0" algn="l">
              <a:lnSpc>
                <a:spcPct val="115000"/>
              </a:lnSpc>
              <a:spcBef>
                <a:spcPts val="0"/>
              </a:spcBef>
              <a:spcAft>
                <a:spcPts val="0"/>
              </a:spcAft>
              <a:buSzPts val="1000"/>
              <a:buFont typeface="Helvetica Neue"/>
              <a:buChar char="○"/>
            </a:pPr>
            <a:r>
              <a:rPr lang="en" sz="1000">
                <a:latin typeface="Helvetica Neue"/>
                <a:ea typeface="Helvetica Neue"/>
                <a:cs typeface="Helvetica Neue"/>
                <a:sym typeface="Helvetica Neue"/>
              </a:rPr>
              <a:t>eVar36:</a:t>
            </a:r>
            <a:r>
              <a:rPr lang="en" sz="1000">
                <a:solidFill>
                  <a:srgbClr val="188038"/>
                </a:solidFill>
                <a:latin typeface="Helvetica Neue"/>
                <a:ea typeface="Helvetica Neue"/>
                <a:cs typeface="Helvetica Neue"/>
                <a:sym typeface="Helvetica Neue"/>
              </a:rPr>
              <a:t> Component  &lt;component&gt;</a:t>
            </a:r>
            <a:endParaRPr sz="1000">
              <a:solidFill>
                <a:schemeClr val="dk1"/>
              </a:solidFill>
              <a:latin typeface="Helvetica Neue"/>
              <a:ea typeface="Helvetica Neue"/>
              <a:cs typeface="Helvetica Neue"/>
              <a:sym typeface="Helvetica Neue"/>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5EFEF"/>
        </a:solidFill>
      </p:bgPr>
    </p:bg>
    <p:spTree>
      <p:nvGrpSpPr>
        <p:cNvPr id="742" name="Shape 742"/>
        <p:cNvGrpSpPr/>
        <p:nvPr/>
      </p:nvGrpSpPr>
      <p:grpSpPr>
        <a:xfrm>
          <a:off x="0" y="0"/>
          <a:ext cx="0" cy="0"/>
          <a:chOff x="0" y="0"/>
          <a:chExt cx="0" cy="0"/>
        </a:xfrm>
      </p:grpSpPr>
      <p:sp>
        <p:nvSpPr>
          <p:cNvPr id="743" name="Google Shape;743;p131"/>
          <p:cNvSpPr txBox="1"/>
          <p:nvPr/>
        </p:nvSpPr>
        <p:spPr>
          <a:xfrm>
            <a:off x="600527" y="248675"/>
            <a:ext cx="1880400" cy="3756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1200"/>
              </a:spcBef>
              <a:spcAft>
                <a:spcPts val="0"/>
              </a:spcAft>
              <a:buNone/>
            </a:pPr>
            <a:r>
              <a:rPr lang="en" sz="900">
                <a:solidFill>
                  <a:srgbClr val="016161"/>
                </a:solidFill>
                <a:latin typeface="Helvetica Neue"/>
                <a:ea typeface="Helvetica Neue"/>
                <a:cs typeface="Helvetica Neue"/>
                <a:sym typeface="Helvetica Neue"/>
              </a:rPr>
              <a:t>TCP - Analytics</a:t>
            </a:r>
            <a:endParaRPr sz="900">
              <a:solidFill>
                <a:srgbClr val="016161"/>
              </a:solidFill>
              <a:latin typeface="Helvetica Neue"/>
              <a:ea typeface="Helvetica Neue"/>
              <a:cs typeface="Helvetica Neue"/>
              <a:sym typeface="Helvetica Neue"/>
            </a:endParaRPr>
          </a:p>
          <a:p>
            <a:pPr indent="0" lvl="0" marL="0" rtl="0" algn="l">
              <a:lnSpc>
                <a:spcPct val="80000"/>
              </a:lnSpc>
              <a:spcBef>
                <a:spcPts val="1200"/>
              </a:spcBef>
              <a:spcAft>
                <a:spcPts val="1200"/>
              </a:spcAft>
              <a:buNone/>
            </a:pPr>
            <a:r>
              <a:t/>
            </a:r>
            <a:endParaRPr sz="900">
              <a:solidFill>
                <a:srgbClr val="016161"/>
              </a:solidFill>
              <a:latin typeface="Helvetica Neue"/>
              <a:ea typeface="Helvetica Neue"/>
              <a:cs typeface="Helvetica Neue"/>
              <a:sym typeface="Helvetica Neue"/>
            </a:endParaRPr>
          </a:p>
        </p:txBody>
      </p:sp>
      <p:sp>
        <p:nvSpPr>
          <p:cNvPr id="744" name="Google Shape;744;p131"/>
          <p:cNvSpPr txBox="1"/>
          <p:nvPr/>
        </p:nvSpPr>
        <p:spPr>
          <a:xfrm>
            <a:off x="571500" y="494075"/>
            <a:ext cx="7360800" cy="570300"/>
          </a:xfrm>
          <a:prstGeom prst="rect">
            <a:avLst/>
          </a:prstGeom>
          <a:noFill/>
          <a:ln>
            <a:noFill/>
          </a:ln>
        </p:spPr>
        <p:txBody>
          <a:bodyPr anchorCtr="0" anchor="ctr" bIns="91425" lIns="91425" spcFirstLastPara="1" rIns="91425" wrap="square" tIns="91425">
            <a:noAutofit/>
          </a:bodyPr>
          <a:lstStyle/>
          <a:p>
            <a:pPr indent="0" lvl="0" marL="0" rtl="0" algn="l">
              <a:lnSpc>
                <a:spcPct val="80000"/>
              </a:lnSpc>
              <a:spcBef>
                <a:spcPts val="0"/>
              </a:spcBef>
              <a:spcAft>
                <a:spcPts val="0"/>
              </a:spcAft>
              <a:buNone/>
            </a:pPr>
            <a:r>
              <a:rPr b="1" lang="en" sz="2000">
                <a:solidFill>
                  <a:srgbClr val="00843D"/>
                </a:solidFill>
                <a:latin typeface="Helvetica Neue"/>
                <a:ea typeface="Helvetica Neue"/>
                <a:cs typeface="Helvetica Neue"/>
                <a:sym typeface="Helvetica Neue"/>
              </a:rPr>
              <a:t>Video</a:t>
            </a:r>
            <a:endParaRPr b="1" sz="2000">
              <a:solidFill>
                <a:srgbClr val="00843D"/>
              </a:solidFill>
              <a:latin typeface="Google Sans"/>
              <a:ea typeface="Google Sans"/>
              <a:cs typeface="Google Sans"/>
              <a:sym typeface="Google Sans"/>
            </a:endParaRPr>
          </a:p>
        </p:txBody>
      </p:sp>
      <p:sp>
        <p:nvSpPr>
          <p:cNvPr id="745" name="Google Shape;745;p131"/>
          <p:cNvSpPr txBox="1"/>
          <p:nvPr/>
        </p:nvSpPr>
        <p:spPr>
          <a:xfrm>
            <a:off x="637450" y="1478850"/>
            <a:ext cx="4115100" cy="2185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292100" lvl="0" marL="4572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Event = Video Complete</a:t>
            </a:r>
            <a:endParaRPr sz="1000">
              <a:solidFill>
                <a:schemeClr val="dk1"/>
              </a:solidFill>
              <a:latin typeface="Helvetica Neue"/>
              <a:ea typeface="Helvetica Neue"/>
              <a:cs typeface="Helvetica Neue"/>
              <a:sym typeface="Helvetica Neue"/>
            </a:endParaRPr>
          </a:p>
          <a:p>
            <a:pPr indent="-292100" lvl="0" marL="4572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Evars &amp; Props</a:t>
            </a:r>
            <a:endParaRPr sz="1000">
              <a:solidFill>
                <a:schemeClr val="dk1"/>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Prop 1:</a:t>
            </a:r>
            <a:r>
              <a:rPr lang="en" sz="1000">
                <a:solidFill>
                  <a:srgbClr val="188038"/>
                </a:solidFill>
                <a:latin typeface="Helvetica Neue"/>
                <a:ea typeface="Helvetica Neue"/>
                <a:cs typeface="Helvetica Neue"/>
                <a:sym typeface="Helvetica Neue"/>
              </a:rPr>
              <a:t> Timestamp &lt;Timestamp MM/DD/YYYY format&gt;</a:t>
            </a:r>
            <a:endParaRPr sz="1000">
              <a:solidFill>
                <a:schemeClr val="dk1"/>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eVar1:</a:t>
            </a:r>
            <a:r>
              <a:rPr lang="en" sz="1000">
                <a:solidFill>
                  <a:srgbClr val="188038"/>
                </a:solidFill>
                <a:latin typeface="Helvetica Neue"/>
                <a:ea typeface="Helvetica Neue"/>
                <a:cs typeface="Helvetica Neue"/>
                <a:sym typeface="Helvetica Neue"/>
              </a:rPr>
              <a:t> Domain &lt;website domain&gt;</a:t>
            </a:r>
            <a:endParaRPr sz="1000">
              <a:solidFill>
                <a:srgbClr val="188038"/>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eVar3:</a:t>
            </a:r>
            <a:r>
              <a:rPr lang="en" sz="1000">
                <a:solidFill>
                  <a:srgbClr val="188038"/>
                </a:solidFill>
                <a:latin typeface="Helvetica Neue"/>
                <a:ea typeface="Helvetica Neue"/>
                <a:cs typeface="Helvetica Neue"/>
                <a:sym typeface="Helvetica Neue"/>
              </a:rPr>
              <a:t> Page name &lt;page name&gt;</a:t>
            </a:r>
            <a:endParaRPr sz="1000">
              <a:solidFill>
                <a:srgbClr val="188038"/>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eVar4:</a:t>
            </a:r>
            <a:r>
              <a:rPr lang="en" sz="1000">
                <a:solidFill>
                  <a:srgbClr val="188038"/>
                </a:solidFill>
                <a:latin typeface="Helvetica Neue"/>
                <a:ea typeface="Helvetica Neue"/>
                <a:cs typeface="Helvetica Neue"/>
                <a:sym typeface="Helvetica Neue"/>
              </a:rPr>
              <a:t> Site Section &lt;Site section&gt;</a:t>
            </a:r>
            <a:endParaRPr sz="1000">
              <a:solidFill>
                <a:srgbClr val="188038"/>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eVar10:</a:t>
            </a:r>
            <a:r>
              <a:rPr lang="en" sz="1000">
                <a:solidFill>
                  <a:srgbClr val="188038"/>
                </a:solidFill>
                <a:latin typeface="Helvetica Neue"/>
                <a:ea typeface="Helvetica Neue"/>
                <a:cs typeface="Helvetica Neue"/>
                <a:sym typeface="Helvetica Neue"/>
              </a:rPr>
              <a:t> Page Type &lt;Full Website&gt;</a:t>
            </a:r>
            <a:endParaRPr sz="1000">
              <a:solidFill>
                <a:srgbClr val="188038"/>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eVar11: </a:t>
            </a:r>
            <a:r>
              <a:rPr lang="en" sz="1000">
                <a:solidFill>
                  <a:srgbClr val="188038"/>
                </a:solidFill>
                <a:latin typeface="Helvetica Neue"/>
                <a:ea typeface="Helvetica Neue"/>
                <a:cs typeface="Helvetica Neue"/>
                <a:sym typeface="Helvetica Neue"/>
              </a:rPr>
              <a:t>Content Type &lt;Video&gt;</a:t>
            </a:r>
            <a:endParaRPr sz="1000">
              <a:solidFill>
                <a:srgbClr val="188038"/>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eVar13: </a:t>
            </a:r>
            <a:r>
              <a:rPr lang="en" sz="1000">
                <a:solidFill>
                  <a:srgbClr val="188038"/>
                </a:solidFill>
                <a:latin typeface="Helvetica Neue"/>
                <a:ea typeface="Helvetica Neue"/>
                <a:cs typeface="Helvetica Neue"/>
                <a:sym typeface="Helvetica Neue"/>
              </a:rPr>
              <a:t>Video Name &lt;video name&gt;</a:t>
            </a:r>
            <a:endParaRPr sz="1000">
              <a:solidFill>
                <a:srgbClr val="188038"/>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eVar15: </a:t>
            </a:r>
            <a:r>
              <a:rPr lang="en" sz="1000">
                <a:solidFill>
                  <a:srgbClr val="188038"/>
                </a:solidFill>
                <a:latin typeface="Helvetica Neue"/>
                <a:ea typeface="Helvetica Neue"/>
                <a:cs typeface="Helvetica Neue"/>
                <a:sym typeface="Helvetica Neue"/>
              </a:rPr>
              <a:t>Page URL &lt;Page URL&gt;</a:t>
            </a:r>
            <a:endParaRPr i="1" sz="1000">
              <a:solidFill>
                <a:schemeClr val="dk1"/>
              </a:solidFill>
              <a:latin typeface="Helvetica Neue"/>
              <a:ea typeface="Helvetica Neue"/>
              <a:cs typeface="Helvetica Neue"/>
              <a:sym typeface="Helvetica Neue"/>
            </a:endParaRPr>
          </a:p>
          <a:p>
            <a:pPr indent="-292100" lvl="1" marL="914400" rtl="0" algn="l">
              <a:spcBef>
                <a:spcPts val="0"/>
              </a:spcBef>
              <a:spcAft>
                <a:spcPts val="0"/>
              </a:spcAft>
              <a:buClr>
                <a:schemeClr val="dk1"/>
              </a:buClr>
              <a:buSzPts val="1000"/>
              <a:buFont typeface="Helvetica Neue"/>
              <a:buChar char="○"/>
            </a:pPr>
            <a:r>
              <a:rPr lang="en" sz="1000">
                <a:solidFill>
                  <a:schemeClr val="dk1"/>
                </a:solidFill>
                <a:latin typeface="Helvetica Neue"/>
                <a:ea typeface="Helvetica Neue"/>
                <a:cs typeface="Helvetica Neue"/>
                <a:sym typeface="Helvetica Neue"/>
              </a:rPr>
              <a:t>eVar28:</a:t>
            </a:r>
            <a:r>
              <a:rPr lang="en" sz="1000">
                <a:solidFill>
                  <a:srgbClr val="188038"/>
                </a:solidFill>
                <a:latin typeface="Helvetica Neue"/>
                <a:ea typeface="Helvetica Neue"/>
                <a:cs typeface="Helvetica Neue"/>
                <a:sym typeface="Helvetica Neue"/>
              </a:rPr>
              <a:t> Page Section &lt;Page section&gt;</a:t>
            </a:r>
            <a:endParaRPr i="1" sz="1000">
              <a:solidFill>
                <a:schemeClr val="dk1"/>
              </a:solidFill>
              <a:latin typeface="Helvetica Neue"/>
              <a:ea typeface="Helvetica Neue"/>
              <a:cs typeface="Helvetica Neue"/>
              <a:sym typeface="Helvetica Neue"/>
            </a:endParaRPr>
          </a:p>
          <a:p>
            <a:pPr indent="-292100" lvl="1" marL="914400" rtl="0" algn="l">
              <a:lnSpc>
                <a:spcPct val="115000"/>
              </a:lnSpc>
              <a:spcBef>
                <a:spcPts val="0"/>
              </a:spcBef>
              <a:spcAft>
                <a:spcPts val="0"/>
              </a:spcAft>
              <a:buSzPts val="1000"/>
              <a:buFont typeface="Helvetica Neue"/>
              <a:buChar char="○"/>
            </a:pPr>
            <a:r>
              <a:rPr lang="en" sz="1000">
                <a:latin typeface="Helvetica Neue"/>
                <a:ea typeface="Helvetica Neue"/>
                <a:cs typeface="Helvetica Neue"/>
                <a:sym typeface="Helvetica Neue"/>
              </a:rPr>
              <a:t>eVar36:</a:t>
            </a:r>
            <a:r>
              <a:rPr lang="en" sz="1000">
                <a:solidFill>
                  <a:srgbClr val="188038"/>
                </a:solidFill>
                <a:latin typeface="Helvetica Neue"/>
                <a:ea typeface="Helvetica Neue"/>
                <a:cs typeface="Helvetica Neue"/>
                <a:sym typeface="Helvetica Neue"/>
              </a:rPr>
              <a:t> Component  &lt;component&gt;</a:t>
            </a:r>
            <a:endParaRPr sz="1000">
              <a:solidFill>
                <a:schemeClr val="dk1"/>
              </a:solidFill>
              <a:latin typeface="Helvetica Neue"/>
              <a:ea typeface="Helvetica Neue"/>
              <a:cs typeface="Helvetica Neue"/>
              <a:sym typeface="Helvetica Neue"/>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49" name="Shape 749"/>
        <p:cNvGrpSpPr/>
        <p:nvPr/>
      </p:nvGrpSpPr>
      <p:grpSpPr>
        <a:xfrm>
          <a:off x="0" y="0"/>
          <a:ext cx="0" cy="0"/>
          <a:chOff x="0" y="0"/>
          <a:chExt cx="0" cy="0"/>
        </a:xfrm>
      </p:grpSpPr>
      <p:sp>
        <p:nvSpPr>
          <p:cNvPr id="750" name="Google Shape;750;p132"/>
          <p:cNvSpPr txBox="1"/>
          <p:nvPr/>
        </p:nvSpPr>
        <p:spPr>
          <a:xfrm>
            <a:off x="284850" y="289500"/>
            <a:ext cx="5849100" cy="22164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0"/>
              </a:spcBef>
              <a:spcAft>
                <a:spcPts val="0"/>
              </a:spcAft>
              <a:buNone/>
            </a:pPr>
            <a:r>
              <a:rPr lang="en" sz="6000">
                <a:solidFill>
                  <a:srgbClr val="F2F7F7"/>
                </a:solidFill>
                <a:latin typeface="Helvetica Neue"/>
                <a:ea typeface="Helvetica Neue"/>
                <a:cs typeface="Helvetica Neue"/>
                <a:sym typeface="Helvetica Neue"/>
              </a:rPr>
              <a:t>Thank </a:t>
            </a:r>
            <a:r>
              <a:rPr lang="en" sz="6000">
                <a:solidFill>
                  <a:srgbClr val="FCF5EB"/>
                </a:solidFill>
                <a:latin typeface="Helvetica Neue"/>
                <a:ea typeface="Helvetica Neue"/>
                <a:cs typeface="Helvetica Neue"/>
                <a:sym typeface="Helvetica Neue"/>
              </a:rPr>
              <a:t>y</a:t>
            </a:r>
            <a:r>
              <a:rPr lang="en" sz="6000">
                <a:solidFill>
                  <a:srgbClr val="FCF5EB"/>
                </a:solidFill>
                <a:latin typeface="Helvetica Neue"/>
                <a:ea typeface="Helvetica Neue"/>
                <a:cs typeface="Helvetica Neue"/>
                <a:sym typeface="Helvetica Neue"/>
              </a:rPr>
              <a:t>ou!</a:t>
            </a:r>
            <a:endParaRPr sz="6000">
              <a:solidFill>
                <a:srgbClr val="FCF5EB"/>
              </a:solidFill>
              <a:latin typeface="Helvetica Neue"/>
              <a:ea typeface="Helvetica Neue"/>
              <a:cs typeface="Helvetica Neue"/>
              <a:sym typeface="Helvetica Neue"/>
            </a:endParaRPr>
          </a:p>
          <a:p>
            <a:pPr indent="0" lvl="0" marL="0" rtl="0" algn="l">
              <a:lnSpc>
                <a:spcPct val="80000"/>
              </a:lnSpc>
              <a:spcBef>
                <a:spcPts val="0"/>
              </a:spcBef>
              <a:spcAft>
                <a:spcPts val="0"/>
              </a:spcAft>
              <a:buNone/>
            </a:pPr>
            <a:r>
              <a:t/>
            </a:r>
            <a:endParaRPr sz="6000">
              <a:solidFill>
                <a:srgbClr val="F2F7F7"/>
              </a:solidFill>
              <a:latin typeface="Helvetica Neue"/>
              <a:ea typeface="Helvetica Neue"/>
              <a:cs typeface="Helvetica Neue"/>
              <a:sym typeface="Helvetica Neue"/>
            </a:endParaRPr>
          </a:p>
          <a:p>
            <a:pPr indent="0" lvl="0" marL="0" rtl="0" algn="l">
              <a:lnSpc>
                <a:spcPct val="80000"/>
              </a:lnSpc>
              <a:spcBef>
                <a:spcPts val="0"/>
              </a:spcBef>
              <a:spcAft>
                <a:spcPts val="0"/>
              </a:spcAft>
              <a:buNone/>
            </a:pPr>
            <a:r>
              <a:t/>
            </a:r>
            <a:endParaRPr sz="6000">
              <a:solidFill>
                <a:srgbClr val="ADEDC4"/>
              </a:solidFill>
              <a:latin typeface="Helvetica Neue"/>
              <a:ea typeface="Helvetica Neue"/>
              <a:cs typeface="Helvetica Neue"/>
              <a:sym typeface="Helvetica Neue"/>
            </a:endParaRPr>
          </a:p>
        </p:txBody>
      </p:sp>
      <p:grpSp>
        <p:nvGrpSpPr>
          <p:cNvPr id="751" name="Google Shape;751;p132"/>
          <p:cNvGrpSpPr/>
          <p:nvPr/>
        </p:nvGrpSpPr>
        <p:grpSpPr>
          <a:xfrm>
            <a:off x="286584" y="4151988"/>
            <a:ext cx="1489355" cy="130503"/>
            <a:chOff x="3997569" y="324244"/>
            <a:chExt cx="1148396" cy="100627"/>
          </a:xfrm>
        </p:grpSpPr>
        <p:sp>
          <p:nvSpPr>
            <p:cNvPr id="752" name="Google Shape;752;p132"/>
            <p:cNvSpPr/>
            <p:nvPr/>
          </p:nvSpPr>
          <p:spPr>
            <a:xfrm>
              <a:off x="3997569" y="324244"/>
              <a:ext cx="384140" cy="100627"/>
            </a:xfrm>
            <a:custGeom>
              <a:rect b="b" l="l" r="r" t="t"/>
              <a:pathLst>
                <a:path extrusionOk="0" h="4377" w="16709">
                  <a:moveTo>
                    <a:pt x="15132" y="1"/>
                  </a:moveTo>
                  <a:lnTo>
                    <a:pt x="14760" y="49"/>
                  </a:lnTo>
                  <a:lnTo>
                    <a:pt x="14397" y="135"/>
                  </a:lnTo>
                  <a:lnTo>
                    <a:pt x="14043" y="278"/>
                  </a:lnTo>
                  <a:lnTo>
                    <a:pt x="13871" y="364"/>
                  </a:lnTo>
                  <a:lnTo>
                    <a:pt x="13632" y="498"/>
                  </a:lnTo>
                  <a:lnTo>
                    <a:pt x="13489" y="622"/>
                  </a:lnTo>
                  <a:lnTo>
                    <a:pt x="13432" y="679"/>
                  </a:lnTo>
                  <a:lnTo>
                    <a:pt x="13394" y="813"/>
                  </a:lnTo>
                  <a:lnTo>
                    <a:pt x="13422" y="870"/>
                  </a:lnTo>
                  <a:lnTo>
                    <a:pt x="13441" y="918"/>
                  </a:lnTo>
                  <a:lnTo>
                    <a:pt x="13527" y="975"/>
                  </a:lnTo>
                  <a:lnTo>
                    <a:pt x="13585" y="985"/>
                  </a:lnTo>
                  <a:lnTo>
                    <a:pt x="13718" y="994"/>
                  </a:lnTo>
                  <a:lnTo>
                    <a:pt x="13929" y="956"/>
                  </a:lnTo>
                  <a:lnTo>
                    <a:pt x="14292" y="889"/>
                  </a:lnTo>
                  <a:lnTo>
                    <a:pt x="14674" y="851"/>
                  </a:lnTo>
                  <a:lnTo>
                    <a:pt x="15056" y="832"/>
                  </a:lnTo>
                  <a:lnTo>
                    <a:pt x="15361" y="861"/>
                  </a:lnTo>
                  <a:lnTo>
                    <a:pt x="15495" y="880"/>
                  </a:lnTo>
                  <a:lnTo>
                    <a:pt x="15677" y="956"/>
                  </a:lnTo>
                  <a:lnTo>
                    <a:pt x="15724" y="1004"/>
                  </a:lnTo>
                  <a:lnTo>
                    <a:pt x="15753" y="1071"/>
                  </a:lnTo>
                  <a:lnTo>
                    <a:pt x="15763" y="1271"/>
                  </a:lnTo>
                  <a:lnTo>
                    <a:pt x="15734" y="1405"/>
                  </a:lnTo>
                  <a:lnTo>
                    <a:pt x="15648" y="1692"/>
                  </a:lnTo>
                  <a:lnTo>
                    <a:pt x="15505" y="2036"/>
                  </a:lnTo>
                  <a:lnTo>
                    <a:pt x="15342" y="2389"/>
                  </a:lnTo>
                  <a:lnTo>
                    <a:pt x="15151" y="2714"/>
                  </a:lnTo>
                  <a:lnTo>
                    <a:pt x="15046" y="2895"/>
                  </a:lnTo>
                  <a:lnTo>
                    <a:pt x="15008" y="3020"/>
                  </a:lnTo>
                  <a:lnTo>
                    <a:pt x="14998" y="3077"/>
                  </a:lnTo>
                  <a:lnTo>
                    <a:pt x="15027" y="3182"/>
                  </a:lnTo>
                  <a:lnTo>
                    <a:pt x="15065" y="3220"/>
                  </a:lnTo>
                  <a:lnTo>
                    <a:pt x="15123" y="3268"/>
                  </a:lnTo>
                  <a:lnTo>
                    <a:pt x="15189" y="3278"/>
                  </a:lnTo>
                  <a:lnTo>
                    <a:pt x="15285" y="3258"/>
                  </a:lnTo>
                  <a:lnTo>
                    <a:pt x="15533" y="3115"/>
                  </a:lnTo>
                  <a:lnTo>
                    <a:pt x="15696" y="2972"/>
                  </a:lnTo>
                  <a:lnTo>
                    <a:pt x="15839" y="2838"/>
                  </a:lnTo>
                  <a:lnTo>
                    <a:pt x="16097" y="2552"/>
                  </a:lnTo>
                  <a:lnTo>
                    <a:pt x="16307" y="2246"/>
                  </a:lnTo>
                  <a:lnTo>
                    <a:pt x="16470" y="1911"/>
                  </a:lnTo>
                  <a:lnTo>
                    <a:pt x="16536" y="1740"/>
                  </a:lnTo>
                  <a:lnTo>
                    <a:pt x="16594" y="1548"/>
                  </a:lnTo>
                  <a:lnTo>
                    <a:pt x="16680" y="1166"/>
                  </a:lnTo>
                  <a:lnTo>
                    <a:pt x="16699" y="966"/>
                  </a:lnTo>
                  <a:lnTo>
                    <a:pt x="16708" y="775"/>
                  </a:lnTo>
                  <a:lnTo>
                    <a:pt x="16661" y="479"/>
                  </a:lnTo>
                  <a:lnTo>
                    <a:pt x="16613" y="383"/>
                  </a:lnTo>
                  <a:lnTo>
                    <a:pt x="16536" y="307"/>
                  </a:lnTo>
                  <a:lnTo>
                    <a:pt x="16279" y="163"/>
                  </a:lnTo>
                  <a:lnTo>
                    <a:pt x="16097" y="106"/>
                  </a:lnTo>
                  <a:lnTo>
                    <a:pt x="15906" y="58"/>
                  </a:lnTo>
                  <a:lnTo>
                    <a:pt x="15514" y="1"/>
                  </a:lnTo>
                  <a:close/>
                  <a:moveTo>
                    <a:pt x="230" y="278"/>
                  </a:moveTo>
                  <a:lnTo>
                    <a:pt x="125" y="287"/>
                  </a:lnTo>
                  <a:lnTo>
                    <a:pt x="77" y="326"/>
                  </a:lnTo>
                  <a:lnTo>
                    <a:pt x="39" y="364"/>
                  </a:lnTo>
                  <a:lnTo>
                    <a:pt x="10" y="431"/>
                  </a:lnTo>
                  <a:lnTo>
                    <a:pt x="1" y="507"/>
                  </a:lnTo>
                  <a:lnTo>
                    <a:pt x="29" y="622"/>
                  </a:lnTo>
                  <a:lnTo>
                    <a:pt x="125" y="832"/>
                  </a:lnTo>
                  <a:lnTo>
                    <a:pt x="316" y="1090"/>
                  </a:lnTo>
                  <a:lnTo>
                    <a:pt x="545" y="1357"/>
                  </a:lnTo>
                  <a:lnTo>
                    <a:pt x="1032" y="1864"/>
                  </a:lnTo>
                  <a:lnTo>
                    <a:pt x="1567" y="2332"/>
                  </a:lnTo>
                  <a:lnTo>
                    <a:pt x="2150" y="2743"/>
                  </a:lnTo>
                  <a:lnTo>
                    <a:pt x="2456" y="2934"/>
                  </a:lnTo>
                  <a:lnTo>
                    <a:pt x="2771" y="3115"/>
                  </a:lnTo>
                  <a:lnTo>
                    <a:pt x="3411" y="3430"/>
                  </a:lnTo>
                  <a:lnTo>
                    <a:pt x="4080" y="3698"/>
                  </a:lnTo>
                  <a:lnTo>
                    <a:pt x="4767" y="3927"/>
                  </a:lnTo>
                  <a:lnTo>
                    <a:pt x="5121" y="4013"/>
                  </a:lnTo>
                  <a:lnTo>
                    <a:pt x="5474" y="4099"/>
                  </a:lnTo>
                  <a:lnTo>
                    <a:pt x="6191" y="4233"/>
                  </a:lnTo>
                  <a:lnTo>
                    <a:pt x="6917" y="4328"/>
                  </a:lnTo>
                  <a:lnTo>
                    <a:pt x="7652" y="4367"/>
                  </a:lnTo>
                  <a:lnTo>
                    <a:pt x="8025" y="4376"/>
                  </a:lnTo>
                  <a:lnTo>
                    <a:pt x="8646" y="4367"/>
                  </a:lnTo>
                  <a:lnTo>
                    <a:pt x="9878" y="4242"/>
                  </a:lnTo>
                  <a:lnTo>
                    <a:pt x="10480" y="4128"/>
                  </a:lnTo>
                  <a:lnTo>
                    <a:pt x="11072" y="3994"/>
                  </a:lnTo>
                  <a:lnTo>
                    <a:pt x="12190" y="3631"/>
                  </a:lnTo>
                  <a:lnTo>
                    <a:pt x="12715" y="3411"/>
                  </a:lnTo>
                  <a:lnTo>
                    <a:pt x="13222" y="3163"/>
                  </a:lnTo>
                  <a:lnTo>
                    <a:pt x="14120" y="2599"/>
                  </a:lnTo>
                  <a:lnTo>
                    <a:pt x="14521" y="2274"/>
                  </a:lnTo>
                  <a:lnTo>
                    <a:pt x="14702" y="2103"/>
                  </a:lnTo>
                  <a:lnTo>
                    <a:pt x="14912" y="1816"/>
                  </a:lnTo>
                  <a:lnTo>
                    <a:pt x="14922" y="1711"/>
                  </a:lnTo>
                  <a:lnTo>
                    <a:pt x="14912" y="1634"/>
                  </a:lnTo>
                  <a:lnTo>
                    <a:pt x="14855" y="1548"/>
                  </a:lnTo>
                  <a:lnTo>
                    <a:pt x="14807" y="1510"/>
                  </a:lnTo>
                  <a:lnTo>
                    <a:pt x="14702" y="1482"/>
                  </a:lnTo>
                  <a:lnTo>
                    <a:pt x="14635" y="1491"/>
                  </a:lnTo>
                  <a:lnTo>
                    <a:pt x="14492" y="1539"/>
                  </a:lnTo>
                  <a:lnTo>
                    <a:pt x="14282" y="1644"/>
                  </a:lnTo>
                  <a:lnTo>
                    <a:pt x="13995" y="1787"/>
                  </a:lnTo>
                  <a:lnTo>
                    <a:pt x="13384" y="2045"/>
                  </a:lnTo>
                  <a:lnTo>
                    <a:pt x="12362" y="2389"/>
                  </a:lnTo>
                  <a:lnTo>
                    <a:pt x="11588" y="2571"/>
                  </a:lnTo>
                  <a:lnTo>
                    <a:pt x="11196" y="2647"/>
                  </a:lnTo>
                  <a:lnTo>
                    <a:pt x="10384" y="2781"/>
                  </a:lnTo>
                  <a:lnTo>
                    <a:pt x="9143" y="2895"/>
                  </a:lnTo>
                  <a:lnTo>
                    <a:pt x="8292" y="2915"/>
                  </a:lnTo>
                  <a:lnTo>
                    <a:pt x="7757" y="2905"/>
                  </a:lnTo>
                  <a:lnTo>
                    <a:pt x="6716" y="2838"/>
                  </a:lnTo>
                  <a:lnTo>
                    <a:pt x="5684" y="2685"/>
                  </a:lnTo>
                  <a:lnTo>
                    <a:pt x="4672" y="2475"/>
                  </a:lnTo>
                  <a:lnTo>
                    <a:pt x="4175" y="2332"/>
                  </a:lnTo>
                  <a:lnTo>
                    <a:pt x="3678" y="2179"/>
                  </a:lnTo>
                  <a:lnTo>
                    <a:pt x="2742" y="1816"/>
                  </a:lnTo>
                  <a:lnTo>
                    <a:pt x="1863" y="1357"/>
                  </a:lnTo>
                  <a:lnTo>
                    <a:pt x="1042" y="822"/>
                  </a:lnTo>
                  <a:lnTo>
                    <a:pt x="650" y="526"/>
                  </a:lnTo>
                  <a:lnTo>
                    <a:pt x="450" y="364"/>
                  </a:lnTo>
                  <a:lnTo>
                    <a:pt x="297" y="297"/>
                  </a:lnTo>
                  <a:lnTo>
                    <a:pt x="230" y="278"/>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32"/>
            <p:cNvSpPr/>
            <p:nvPr/>
          </p:nvSpPr>
          <p:spPr>
            <a:xfrm>
              <a:off x="4502912" y="344889"/>
              <a:ext cx="52509" cy="59337"/>
            </a:xfrm>
            <a:custGeom>
              <a:rect b="b" l="l" r="r" t="t"/>
              <a:pathLst>
                <a:path extrusionOk="0" h="2581" w="2284">
                  <a:moveTo>
                    <a:pt x="86" y="1"/>
                  </a:moveTo>
                  <a:lnTo>
                    <a:pt x="48" y="39"/>
                  </a:lnTo>
                  <a:lnTo>
                    <a:pt x="48" y="68"/>
                  </a:lnTo>
                  <a:lnTo>
                    <a:pt x="58" y="116"/>
                  </a:lnTo>
                  <a:lnTo>
                    <a:pt x="106" y="182"/>
                  </a:lnTo>
                  <a:lnTo>
                    <a:pt x="860" y="1262"/>
                  </a:lnTo>
                  <a:lnTo>
                    <a:pt x="58" y="2399"/>
                  </a:lnTo>
                  <a:lnTo>
                    <a:pt x="10" y="2475"/>
                  </a:lnTo>
                  <a:lnTo>
                    <a:pt x="1" y="2523"/>
                  </a:lnTo>
                  <a:lnTo>
                    <a:pt x="1" y="2551"/>
                  </a:lnTo>
                  <a:lnTo>
                    <a:pt x="20" y="2571"/>
                  </a:lnTo>
                  <a:lnTo>
                    <a:pt x="39" y="2580"/>
                  </a:lnTo>
                  <a:lnTo>
                    <a:pt x="411" y="2580"/>
                  </a:lnTo>
                  <a:lnTo>
                    <a:pt x="449" y="2571"/>
                  </a:lnTo>
                  <a:lnTo>
                    <a:pt x="488" y="2542"/>
                  </a:lnTo>
                  <a:lnTo>
                    <a:pt x="516" y="2504"/>
                  </a:lnTo>
                  <a:lnTo>
                    <a:pt x="1118" y="1596"/>
                  </a:lnTo>
                  <a:lnTo>
                    <a:pt x="1739" y="2504"/>
                  </a:lnTo>
                  <a:lnTo>
                    <a:pt x="1768" y="2542"/>
                  </a:lnTo>
                  <a:lnTo>
                    <a:pt x="1796" y="2571"/>
                  </a:lnTo>
                  <a:lnTo>
                    <a:pt x="1835" y="2580"/>
                  </a:lnTo>
                  <a:lnTo>
                    <a:pt x="2236" y="2580"/>
                  </a:lnTo>
                  <a:lnTo>
                    <a:pt x="2265" y="2571"/>
                  </a:lnTo>
                  <a:lnTo>
                    <a:pt x="2274" y="2551"/>
                  </a:lnTo>
                  <a:lnTo>
                    <a:pt x="2284" y="2523"/>
                  </a:lnTo>
                  <a:lnTo>
                    <a:pt x="2274" y="2475"/>
                  </a:lnTo>
                  <a:lnTo>
                    <a:pt x="2217" y="2399"/>
                  </a:lnTo>
                  <a:lnTo>
                    <a:pt x="1405" y="1233"/>
                  </a:lnTo>
                  <a:lnTo>
                    <a:pt x="2150" y="182"/>
                  </a:lnTo>
                  <a:lnTo>
                    <a:pt x="2207" y="116"/>
                  </a:lnTo>
                  <a:lnTo>
                    <a:pt x="2217" y="68"/>
                  </a:lnTo>
                  <a:lnTo>
                    <a:pt x="2207" y="39"/>
                  </a:lnTo>
                  <a:lnTo>
                    <a:pt x="2169" y="1"/>
                  </a:lnTo>
                  <a:lnTo>
                    <a:pt x="1863" y="1"/>
                  </a:lnTo>
                  <a:lnTo>
                    <a:pt x="1806" y="10"/>
                  </a:lnTo>
                  <a:lnTo>
                    <a:pt x="1758" y="20"/>
                  </a:lnTo>
                  <a:lnTo>
                    <a:pt x="1730" y="39"/>
                  </a:lnTo>
                  <a:lnTo>
                    <a:pt x="1701" y="77"/>
                  </a:lnTo>
                  <a:lnTo>
                    <a:pt x="1147" y="908"/>
                  </a:lnTo>
                  <a:lnTo>
                    <a:pt x="583" y="77"/>
                  </a:lnTo>
                  <a:lnTo>
                    <a:pt x="555" y="39"/>
                  </a:lnTo>
                  <a:lnTo>
                    <a:pt x="526" y="20"/>
                  </a:lnTo>
                  <a:lnTo>
                    <a:pt x="488" y="10"/>
                  </a:lnTo>
                  <a:lnTo>
                    <a:pt x="43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32"/>
            <p:cNvSpPr/>
            <p:nvPr/>
          </p:nvSpPr>
          <p:spPr>
            <a:xfrm>
              <a:off x="4670693" y="380477"/>
              <a:ext cx="26599" cy="25933"/>
            </a:xfrm>
            <a:custGeom>
              <a:rect b="b" l="l" r="r" t="t"/>
              <a:pathLst>
                <a:path extrusionOk="0" h="1128" w="1157">
                  <a:moveTo>
                    <a:pt x="459" y="0"/>
                  </a:moveTo>
                  <a:lnTo>
                    <a:pt x="249" y="96"/>
                  </a:lnTo>
                  <a:lnTo>
                    <a:pt x="96" y="249"/>
                  </a:lnTo>
                  <a:lnTo>
                    <a:pt x="10" y="449"/>
                  </a:lnTo>
                  <a:lnTo>
                    <a:pt x="1" y="564"/>
                  </a:lnTo>
                  <a:lnTo>
                    <a:pt x="10" y="679"/>
                  </a:lnTo>
                  <a:lnTo>
                    <a:pt x="96" y="879"/>
                  </a:lnTo>
                  <a:lnTo>
                    <a:pt x="249" y="1032"/>
                  </a:lnTo>
                  <a:lnTo>
                    <a:pt x="450" y="1118"/>
                  </a:lnTo>
                  <a:lnTo>
                    <a:pt x="574" y="1128"/>
                  </a:lnTo>
                  <a:lnTo>
                    <a:pt x="689" y="1118"/>
                  </a:lnTo>
                  <a:lnTo>
                    <a:pt x="899" y="1032"/>
                  </a:lnTo>
                  <a:lnTo>
                    <a:pt x="1061" y="879"/>
                  </a:lnTo>
                  <a:lnTo>
                    <a:pt x="1147" y="679"/>
                  </a:lnTo>
                  <a:lnTo>
                    <a:pt x="1157" y="564"/>
                  </a:lnTo>
                  <a:lnTo>
                    <a:pt x="1147" y="449"/>
                  </a:lnTo>
                  <a:lnTo>
                    <a:pt x="1061" y="249"/>
                  </a:lnTo>
                  <a:lnTo>
                    <a:pt x="899" y="96"/>
                  </a:lnTo>
                  <a:lnTo>
                    <a:pt x="68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32"/>
            <p:cNvSpPr/>
            <p:nvPr/>
          </p:nvSpPr>
          <p:spPr>
            <a:xfrm>
              <a:off x="4705845" y="345786"/>
              <a:ext cx="116421" cy="59084"/>
            </a:xfrm>
            <a:custGeom>
              <a:rect b="b" l="l" r="r" t="t"/>
              <a:pathLst>
                <a:path extrusionOk="0" h="2570" w="5064">
                  <a:moveTo>
                    <a:pt x="1815" y="0"/>
                  </a:moveTo>
                  <a:lnTo>
                    <a:pt x="1538" y="48"/>
                  </a:lnTo>
                  <a:lnTo>
                    <a:pt x="1319" y="153"/>
                  </a:lnTo>
                  <a:lnTo>
                    <a:pt x="1127" y="296"/>
                  </a:lnTo>
                  <a:lnTo>
                    <a:pt x="1042" y="392"/>
                  </a:lnTo>
                  <a:lnTo>
                    <a:pt x="1022" y="67"/>
                  </a:lnTo>
                  <a:lnTo>
                    <a:pt x="0" y="67"/>
                  </a:lnTo>
                  <a:lnTo>
                    <a:pt x="0" y="2560"/>
                  </a:lnTo>
                  <a:lnTo>
                    <a:pt x="1080" y="2560"/>
                  </a:lnTo>
                  <a:lnTo>
                    <a:pt x="1080" y="1194"/>
                  </a:lnTo>
                  <a:lnTo>
                    <a:pt x="1080" y="1080"/>
                  </a:lnTo>
                  <a:lnTo>
                    <a:pt x="1156" y="898"/>
                  </a:lnTo>
                  <a:lnTo>
                    <a:pt x="1299" y="764"/>
                  </a:lnTo>
                  <a:lnTo>
                    <a:pt x="1481" y="697"/>
                  </a:lnTo>
                  <a:lnTo>
                    <a:pt x="1596" y="688"/>
                  </a:lnTo>
                  <a:lnTo>
                    <a:pt x="1701" y="697"/>
                  </a:lnTo>
                  <a:lnTo>
                    <a:pt x="1853" y="755"/>
                  </a:lnTo>
                  <a:lnTo>
                    <a:pt x="1939" y="860"/>
                  </a:lnTo>
                  <a:lnTo>
                    <a:pt x="1987" y="994"/>
                  </a:lnTo>
                  <a:lnTo>
                    <a:pt x="1987" y="1080"/>
                  </a:lnTo>
                  <a:lnTo>
                    <a:pt x="1987" y="2570"/>
                  </a:lnTo>
                  <a:lnTo>
                    <a:pt x="3067" y="2570"/>
                  </a:lnTo>
                  <a:lnTo>
                    <a:pt x="3067" y="1194"/>
                  </a:lnTo>
                  <a:lnTo>
                    <a:pt x="3076" y="1080"/>
                  </a:lnTo>
                  <a:lnTo>
                    <a:pt x="3153" y="898"/>
                  </a:lnTo>
                  <a:lnTo>
                    <a:pt x="3286" y="764"/>
                  </a:lnTo>
                  <a:lnTo>
                    <a:pt x="3468" y="697"/>
                  </a:lnTo>
                  <a:lnTo>
                    <a:pt x="3573" y="688"/>
                  </a:lnTo>
                  <a:lnTo>
                    <a:pt x="3678" y="697"/>
                  </a:lnTo>
                  <a:lnTo>
                    <a:pt x="3831" y="745"/>
                  </a:lnTo>
                  <a:lnTo>
                    <a:pt x="3926" y="841"/>
                  </a:lnTo>
                  <a:lnTo>
                    <a:pt x="3974" y="984"/>
                  </a:lnTo>
                  <a:lnTo>
                    <a:pt x="3984" y="1080"/>
                  </a:lnTo>
                  <a:lnTo>
                    <a:pt x="3984" y="2570"/>
                  </a:lnTo>
                  <a:lnTo>
                    <a:pt x="5063" y="2570"/>
                  </a:lnTo>
                  <a:lnTo>
                    <a:pt x="5063" y="927"/>
                  </a:lnTo>
                  <a:lnTo>
                    <a:pt x="5054" y="812"/>
                  </a:lnTo>
                  <a:lnTo>
                    <a:pt x="5015" y="611"/>
                  </a:lnTo>
                  <a:lnTo>
                    <a:pt x="4882" y="363"/>
                  </a:lnTo>
                  <a:lnTo>
                    <a:pt x="4576" y="124"/>
                  </a:lnTo>
                  <a:lnTo>
                    <a:pt x="4175" y="10"/>
                  </a:lnTo>
                  <a:lnTo>
                    <a:pt x="3936" y="0"/>
                  </a:lnTo>
                  <a:lnTo>
                    <a:pt x="3716" y="0"/>
                  </a:lnTo>
                  <a:lnTo>
                    <a:pt x="3391" y="57"/>
                  </a:lnTo>
                  <a:lnTo>
                    <a:pt x="3172" y="162"/>
                  </a:lnTo>
                  <a:lnTo>
                    <a:pt x="3000" y="325"/>
                  </a:lnTo>
                  <a:lnTo>
                    <a:pt x="2914" y="420"/>
                  </a:lnTo>
                  <a:lnTo>
                    <a:pt x="2847" y="325"/>
                  </a:lnTo>
                  <a:lnTo>
                    <a:pt x="2656" y="162"/>
                  </a:lnTo>
                  <a:lnTo>
                    <a:pt x="2427" y="57"/>
                  </a:lnTo>
                  <a:lnTo>
                    <a:pt x="214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32"/>
            <p:cNvSpPr/>
            <p:nvPr/>
          </p:nvSpPr>
          <p:spPr>
            <a:xfrm>
              <a:off x="4829715" y="345556"/>
              <a:ext cx="79959" cy="61291"/>
            </a:xfrm>
            <a:custGeom>
              <a:rect b="b" l="l" r="r" t="t"/>
              <a:pathLst>
                <a:path extrusionOk="0" h="2666" w="3478">
                  <a:moveTo>
                    <a:pt x="1739" y="698"/>
                  </a:moveTo>
                  <a:lnTo>
                    <a:pt x="1872" y="707"/>
                  </a:lnTo>
                  <a:lnTo>
                    <a:pt x="2102" y="803"/>
                  </a:lnTo>
                  <a:lnTo>
                    <a:pt x="2283" y="975"/>
                  </a:lnTo>
                  <a:lnTo>
                    <a:pt x="2379" y="1204"/>
                  </a:lnTo>
                  <a:lnTo>
                    <a:pt x="2388" y="1338"/>
                  </a:lnTo>
                  <a:lnTo>
                    <a:pt x="2379" y="1462"/>
                  </a:lnTo>
                  <a:lnTo>
                    <a:pt x="2283" y="1691"/>
                  </a:lnTo>
                  <a:lnTo>
                    <a:pt x="2102" y="1873"/>
                  </a:lnTo>
                  <a:lnTo>
                    <a:pt x="1872" y="1968"/>
                  </a:lnTo>
                  <a:lnTo>
                    <a:pt x="1739" y="1978"/>
                  </a:lnTo>
                  <a:lnTo>
                    <a:pt x="1605" y="1968"/>
                  </a:lnTo>
                  <a:lnTo>
                    <a:pt x="1366" y="1873"/>
                  </a:lnTo>
                  <a:lnTo>
                    <a:pt x="1194" y="1701"/>
                  </a:lnTo>
                  <a:lnTo>
                    <a:pt x="1099" y="1462"/>
                  </a:lnTo>
                  <a:lnTo>
                    <a:pt x="1089" y="1338"/>
                  </a:lnTo>
                  <a:lnTo>
                    <a:pt x="1099" y="1204"/>
                  </a:lnTo>
                  <a:lnTo>
                    <a:pt x="1194" y="975"/>
                  </a:lnTo>
                  <a:lnTo>
                    <a:pt x="1366" y="803"/>
                  </a:lnTo>
                  <a:lnTo>
                    <a:pt x="1605" y="707"/>
                  </a:lnTo>
                  <a:lnTo>
                    <a:pt x="1739" y="698"/>
                  </a:lnTo>
                  <a:close/>
                  <a:moveTo>
                    <a:pt x="1557" y="1"/>
                  </a:moveTo>
                  <a:lnTo>
                    <a:pt x="1223" y="48"/>
                  </a:lnTo>
                  <a:lnTo>
                    <a:pt x="908" y="134"/>
                  </a:lnTo>
                  <a:lnTo>
                    <a:pt x="631" y="258"/>
                  </a:lnTo>
                  <a:lnTo>
                    <a:pt x="392" y="430"/>
                  </a:lnTo>
                  <a:lnTo>
                    <a:pt x="210" y="641"/>
                  </a:lnTo>
                  <a:lnTo>
                    <a:pt x="76" y="889"/>
                  </a:lnTo>
                  <a:lnTo>
                    <a:pt x="0" y="1185"/>
                  </a:lnTo>
                  <a:lnTo>
                    <a:pt x="0" y="1347"/>
                  </a:lnTo>
                  <a:lnTo>
                    <a:pt x="0" y="1500"/>
                  </a:lnTo>
                  <a:lnTo>
                    <a:pt x="76" y="1796"/>
                  </a:lnTo>
                  <a:lnTo>
                    <a:pt x="210" y="2045"/>
                  </a:lnTo>
                  <a:lnTo>
                    <a:pt x="401" y="2245"/>
                  </a:lnTo>
                  <a:lnTo>
                    <a:pt x="640" y="2417"/>
                  </a:lnTo>
                  <a:lnTo>
                    <a:pt x="917" y="2542"/>
                  </a:lnTo>
                  <a:lnTo>
                    <a:pt x="1395" y="2656"/>
                  </a:lnTo>
                  <a:lnTo>
                    <a:pt x="1739" y="2666"/>
                  </a:lnTo>
                  <a:lnTo>
                    <a:pt x="1911" y="2666"/>
                  </a:lnTo>
                  <a:lnTo>
                    <a:pt x="2245" y="2618"/>
                  </a:lnTo>
                  <a:lnTo>
                    <a:pt x="2551" y="2532"/>
                  </a:lnTo>
                  <a:lnTo>
                    <a:pt x="2828" y="2408"/>
                  </a:lnTo>
                  <a:lnTo>
                    <a:pt x="3076" y="2236"/>
                  </a:lnTo>
                  <a:lnTo>
                    <a:pt x="3267" y="2026"/>
                  </a:lnTo>
                  <a:lnTo>
                    <a:pt x="3401" y="1777"/>
                  </a:lnTo>
                  <a:lnTo>
                    <a:pt x="3477" y="1500"/>
                  </a:lnTo>
                  <a:lnTo>
                    <a:pt x="3477" y="1347"/>
                  </a:lnTo>
                  <a:lnTo>
                    <a:pt x="3477" y="1185"/>
                  </a:lnTo>
                  <a:lnTo>
                    <a:pt x="3401" y="908"/>
                  </a:lnTo>
                  <a:lnTo>
                    <a:pt x="3267" y="660"/>
                  </a:lnTo>
                  <a:lnTo>
                    <a:pt x="3076" y="440"/>
                  </a:lnTo>
                  <a:lnTo>
                    <a:pt x="2847" y="268"/>
                  </a:lnTo>
                  <a:lnTo>
                    <a:pt x="2570" y="134"/>
                  </a:lnTo>
                  <a:lnTo>
                    <a:pt x="2254" y="48"/>
                  </a:lnTo>
                  <a:lnTo>
                    <a:pt x="1920"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32"/>
            <p:cNvSpPr/>
            <p:nvPr/>
          </p:nvSpPr>
          <p:spPr>
            <a:xfrm>
              <a:off x="4917123" y="345786"/>
              <a:ext cx="72924" cy="59084"/>
            </a:xfrm>
            <a:custGeom>
              <a:rect b="b" l="l" r="r" t="t"/>
              <a:pathLst>
                <a:path extrusionOk="0" h="2570" w="3172">
                  <a:moveTo>
                    <a:pt x="1079" y="2560"/>
                  </a:moveTo>
                  <a:lnTo>
                    <a:pt x="1079" y="2570"/>
                  </a:lnTo>
                  <a:lnTo>
                    <a:pt x="1089" y="2560"/>
                  </a:lnTo>
                  <a:close/>
                  <a:moveTo>
                    <a:pt x="2025" y="0"/>
                  </a:moveTo>
                  <a:lnTo>
                    <a:pt x="1805" y="10"/>
                  </a:lnTo>
                  <a:lnTo>
                    <a:pt x="1490" y="57"/>
                  </a:lnTo>
                  <a:lnTo>
                    <a:pt x="1290" y="162"/>
                  </a:lnTo>
                  <a:lnTo>
                    <a:pt x="1137" y="315"/>
                  </a:lnTo>
                  <a:lnTo>
                    <a:pt x="1051" y="411"/>
                  </a:lnTo>
                  <a:lnTo>
                    <a:pt x="1013" y="67"/>
                  </a:lnTo>
                  <a:lnTo>
                    <a:pt x="0" y="67"/>
                  </a:lnTo>
                  <a:lnTo>
                    <a:pt x="0" y="2560"/>
                  </a:lnTo>
                  <a:lnTo>
                    <a:pt x="1079" y="2560"/>
                  </a:lnTo>
                  <a:lnTo>
                    <a:pt x="1079" y="1242"/>
                  </a:lnTo>
                  <a:lnTo>
                    <a:pt x="1089" y="1118"/>
                  </a:lnTo>
                  <a:lnTo>
                    <a:pt x="1175" y="927"/>
                  </a:lnTo>
                  <a:lnTo>
                    <a:pt x="1328" y="793"/>
                  </a:lnTo>
                  <a:lnTo>
                    <a:pt x="1528" y="726"/>
                  </a:lnTo>
                  <a:lnTo>
                    <a:pt x="1643" y="717"/>
                  </a:lnTo>
                  <a:lnTo>
                    <a:pt x="1758" y="717"/>
                  </a:lnTo>
                  <a:lnTo>
                    <a:pt x="1930" y="774"/>
                  </a:lnTo>
                  <a:lnTo>
                    <a:pt x="2035" y="879"/>
                  </a:lnTo>
                  <a:lnTo>
                    <a:pt x="2083" y="1022"/>
                  </a:lnTo>
                  <a:lnTo>
                    <a:pt x="2092" y="1108"/>
                  </a:lnTo>
                  <a:lnTo>
                    <a:pt x="2092" y="2570"/>
                  </a:lnTo>
                  <a:lnTo>
                    <a:pt x="3172" y="2570"/>
                  </a:lnTo>
                  <a:lnTo>
                    <a:pt x="3172" y="908"/>
                  </a:lnTo>
                  <a:lnTo>
                    <a:pt x="3162" y="803"/>
                  </a:lnTo>
                  <a:lnTo>
                    <a:pt x="3124" y="611"/>
                  </a:lnTo>
                  <a:lnTo>
                    <a:pt x="2980" y="363"/>
                  </a:lnTo>
                  <a:lnTo>
                    <a:pt x="2675" y="134"/>
                  </a:lnTo>
                  <a:lnTo>
                    <a:pt x="2264" y="10"/>
                  </a:lnTo>
                  <a:lnTo>
                    <a:pt x="202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32"/>
            <p:cNvSpPr/>
            <p:nvPr/>
          </p:nvSpPr>
          <p:spPr>
            <a:xfrm>
              <a:off x="4999243" y="325577"/>
              <a:ext cx="78649" cy="79293"/>
            </a:xfrm>
            <a:custGeom>
              <a:rect b="b" l="l" r="r" t="t"/>
              <a:pathLst>
                <a:path extrusionOk="0" h="3449" w="3421">
                  <a:moveTo>
                    <a:pt x="3306" y="946"/>
                  </a:moveTo>
                  <a:lnTo>
                    <a:pt x="3294" y="956"/>
                  </a:lnTo>
                  <a:lnTo>
                    <a:pt x="3306" y="956"/>
                  </a:lnTo>
                  <a:lnTo>
                    <a:pt x="3306" y="946"/>
                  </a:lnTo>
                  <a:close/>
                  <a:moveTo>
                    <a:pt x="1" y="0"/>
                  </a:moveTo>
                  <a:lnTo>
                    <a:pt x="1" y="3449"/>
                  </a:lnTo>
                  <a:lnTo>
                    <a:pt x="1080" y="3449"/>
                  </a:lnTo>
                  <a:lnTo>
                    <a:pt x="1080" y="2665"/>
                  </a:lnTo>
                  <a:lnTo>
                    <a:pt x="1338" y="2474"/>
                  </a:lnTo>
                  <a:lnTo>
                    <a:pt x="1567" y="2771"/>
                  </a:lnTo>
                  <a:lnTo>
                    <a:pt x="2102" y="3439"/>
                  </a:lnTo>
                  <a:lnTo>
                    <a:pt x="3421" y="3439"/>
                  </a:lnTo>
                  <a:lnTo>
                    <a:pt x="2074" y="1949"/>
                  </a:lnTo>
                  <a:lnTo>
                    <a:pt x="3294" y="956"/>
                  </a:lnTo>
                  <a:lnTo>
                    <a:pt x="2007" y="956"/>
                  </a:lnTo>
                  <a:lnTo>
                    <a:pt x="1520" y="1376"/>
                  </a:lnTo>
                  <a:lnTo>
                    <a:pt x="1071" y="1787"/>
                  </a:lnTo>
                  <a:lnTo>
                    <a:pt x="1080" y="1261"/>
                  </a:lnTo>
                  <a:lnTo>
                    <a:pt x="108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32"/>
            <p:cNvSpPr/>
            <p:nvPr/>
          </p:nvSpPr>
          <p:spPr>
            <a:xfrm>
              <a:off x="5074581" y="345326"/>
              <a:ext cx="71384" cy="61751"/>
            </a:xfrm>
            <a:custGeom>
              <a:rect b="b" l="l" r="r" t="t"/>
              <a:pathLst>
                <a:path extrusionOk="0" h="2686" w="3105">
                  <a:moveTo>
                    <a:pt x="1529" y="1"/>
                  </a:moveTo>
                  <a:lnTo>
                    <a:pt x="1194" y="11"/>
                  </a:lnTo>
                  <a:lnTo>
                    <a:pt x="659" y="135"/>
                  </a:lnTo>
                  <a:lnTo>
                    <a:pt x="373" y="288"/>
                  </a:lnTo>
                  <a:lnTo>
                    <a:pt x="230" y="421"/>
                  </a:lnTo>
                  <a:lnTo>
                    <a:pt x="125" y="584"/>
                  </a:lnTo>
                  <a:lnTo>
                    <a:pt x="77" y="756"/>
                  </a:lnTo>
                  <a:lnTo>
                    <a:pt x="77" y="851"/>
                  </a:lnTo>
                  <a:lnTo>
                    <a:pt x="86" y="1033"/>
                  </a:lnTo>
                  <a:lnTo>
                    <a:pt x="211" y="1300"/>
                  </a:lnTo>
                  <a:lnTo>
                    <a:pt x="488" y="1482"/>
                  </a:lnTo>
                  <a:lnTo>
                    <a:pt x="908" y="1587"/>
                  </a:lnTo>
                  <a:lnTo>
                    <a:pt x="1185" y="1615"/>
                  </a:lnTo>
                  <a:lnTo>
                    <a:pt x="1758" y="1673"/>
                  </a:lnTo>
                  <a:lnTo>
                    <a:pt x="1911" y="1692"/>
                  </a:lnTo>
                  <a:lnTo>
                    <a:pt x="2054" y="1759"/>
                  </a:lnTo>
                  <a:lnTo>
                    <a:pt x="2102" y="1835"/>
                  </a:lnTo>
                  <a:lnTo>
                    <a:pt x="2102" y="1883"/>
                  </a:lnTo>
                  <a:lnTo>
                    <a:pt x="2102" y="1931"/>
                  </a:lnTo>
                  <a:lnTo>
                    <a:pt x="2035" y="2017"/>
                  </a:lnTo>
                  <a:lnTo>
                    <a:pt x="1825" y="2103"/>
                  </a:lnTo>
                  <a:lnTo>
                    <a:pt x="1586" y="2122"/>
                  </a:lnTo>
                  <a:lnTo>
                    <a:pt x="1452" y="2112"/>
                  </a:lnTo>
                  <a:lnTo>
                    <a:pt x="1261" y="2074"/>
                  </a:lnTo>
                  <a:lnTo>
                    <a:pt x="1128" y="1998"/>
                  </a:lnTo>
                  <a:lnTo>
                    <a:pt x="1042" y="1883"/>
                  </a:lnTo>
                  <a:lnTo>
                    <a:pt x="1023" y="1816"/>
                  </a:lnTo>
                  <a:lnTo>
                    <a:pt x="0" y="1835"/>
                  </a:lnTo>
                  <a:lnTo>
                    <a:pt x="39" y="2026"/>
                  </a:lnTo>
                  <a:lnTo>
                    <a:pt x="182" y="2265"/>
                  </a:lnTo>
                  <a:lnTo>
                    <a:pt x="325" y="2399"/>
                  </a:lnTo>
                  <a:lnTo>
                    <a:pt x="612" y="2561"/>
                  </a:lnTo>
                  <a:lnTo>
                    <a:pt x="1175" y="2676"/>
                  </a:lnTo>
                  <a:lnTo>
                    <a:pt x="1538" y="2685"/>
                  </a:lnTo>
                  <a:lnTo>
                    <a:pt x="1892" y="2676"/>
                  </a:lnTo>
                  <a:lnTo>
                    <a:pt x="2475" y="2571"/>
                  </a:lnTo>
                  <a:lnTo>
                    <a:pt x="2790" y="2418"/>
                  </a:lnTo>
                  <a:lnTo>
                    <a:pt x="2943" y="2275"/>
                  </a:lnTo>
                  <a:lnTo>
                    <a:pt x="3048" y="2103"/>
                  </a:lnTo>
                  <a:lnTo>
                    <a:pt x="3095" y="1892"/>
                  </a:lnTo>
                  <a:lnTo>
                    <a:pt x="3105" y="1778"/>
                  </a:lnTo>
                  <a:lnTo>
                    <a:pt x="3095" y="1558"/>
                  </a:lnTo>
                  <a:lnTo>
                    <a:pt x="3000" y="1329"/>
                  </a:lnTo>
                  <a:lnTo>
                    <a:pt x="2904" y="1214"/>
                  </a:lnTo>
                  <a:lnTo>
                    <a:pt x="2685" y="1100"/>
                  </a:lnTo>
                  <a:lnTo>
                    <a:pt x="2255" y="1023"/>
                  </a:lnTo>
                  <a:lnTo>
                    <a:pt x="1968" y="994"/>
                  </a:lnTo>
                  <a:lnTo>
                    <a:pt x="1405" y="947"/>
                  </a:lnTo>
                  <a:lnTo>
                    <a:pt x="1223" y="928"/>
                  </a:lnTo>
                  <a:lnTo>
                    <a:pt x="1080" y="851"/>
                  </a:lnTo>
                  <a:lnTo>
                    <a:pt x="1032" y="784"/>
                  </a:lnTo>
                  <a:lnTo>
                    <a:pt x="1032" y="746"/>
                  </a:lnTo>
                  <a:lnTo>
                    <a:pt x="1042" y="698"/>
                  </a:lnTo>
                  <a:lnTo>
                    <a:pt x="1099" y="622"/>
                  </a:lnTo>
                  <a:lnTo>
                    <a:pt x="1290" y="555"/>
                  </a:lnTo>
                  <a:lnTo>
                    <a:pt x="1491" y="545"/>
                  </a:lnTo>
                  <a:lnTo>
                    <a:pt x="1682" y="555"/>
                  </a:lnTo>
                  <a:lnTo>
                    <a:pt x="1901" y="641"/>
                  </a:lnTo>
                  <a:lnTo>
                    <a:pt x="1987" y="737"/>
                  </a:lnTo>
                  <a:lnTo>
                    <a:pt x="2006" y="803"/>
                  </a:lnTo>
                  <a:lnTo>
                    <a:pt x="3009" y="775"/>
                  </a:lnTo>
                  <a:lnTo>
                    <a:pt x="2962" y="593"/>
                  </a:lnTo>
                  <a:lnTo>
                    <a:pt x="2742" y="307"/>
                  </a:lnTo>
                  <a:lnTo>
                    <a:pt x="2369" y="106"/>
                  </a:lnTo>
                  <a:lnTo>
                    <a:pt x="1854" y="11"/>
                  </a:lnTo>
                  <a:lnTo>
                    <a:pt x="1529"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60" name="Google Shape;760;p132"/>
          <p:cNvSpPr txBox="1"/>
          <p:nvPr/>
        </p:nvSpPr>
        <p:spPr>
          <a:xfrm>
            <a:off x="284850" y="4282500"/>
            <a:ext cx="8574300" cy="575700"/>
          </a:xfrm>
          <a:prstGeom prst="rect">
            <a:avLst/>
          </a:prstGeom>
          <a:noFill/>
          <a:ln>
            <a:noFill/>
          </a:ln>
        </p:spPr>
        <p:txBody>
          <a:bodyPr anchorCtr="0" anchor="b" bIns="0" lIns="0" spcFirstLastPara="1" rIns="0" wrap="square" tIns="0">
            <a:noAutofit/>
          </a:bodyPr>
          <a:lstStyle/>
          <a:p>
            <a:pPr indent="0" lvl="0" marL="0" rtl="0" algn="just">
              <a:spcBef>
                <a:spcPts val="0"/>
              </a:spcBef>
              <a:spcAft>
                <a:spcPts val="0"/>
              </a:spcAft>
              <a:buNone/>
            </a:pPr>
            <a:r>
              <a:rPr lang="en" sz="500">
                <a:solidFill>
                  <a:srgbClr val="EFEFEF"/>
                </a:solidFill>
                <a:latin typeface="Helvetica Neue"/>
                <a:ea typeface="Helvetica Neue"/>
                <a:cs typeface="Helvetica Neue"/>
                <a:sym typeface="Helvetica Neue"/>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Monks.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sz="500">
              <a:solidFill>
                <a:srgbClr val="EFEFEF"/>
              </a:solidFill>
              <a:latin typeface="Helvetica Neue"/>
              <a:ea typeface="Helvetica Neue"/>
              <a:cs typeface="Helvetica Neue"/>
              <a:sym typeface="Helvetica Neue"/>
            </a:endParaRPr>
          </a:p>
          <a:p>
            <a:pPr indent="0" lvl="0" marL="0" rtl="0" algn="just">
              <a:spcBef>
                <a:spcPts val="0"/>
              </a:spcBef>
              <a:spcAft>
                <a:spcPts val="0"/>
              </a:spcAft>
              <a:buNone/>
            </a:pPr>
            <a:r>
              <a:t/>
            </a:r>
            <a:endParaRPr sz="500">
              <a:solidFill>
                <a:srgbClr val="EFEFEF"/>
              </a:solidFill>
              <a:latin typeface="Helvetica Neue"/>
              <a:ea typeface="Helvetica Neue"/>
              <a:cs typeface="Helvetica Neue"/>
              <a:sym typeface="Helvetica Neue"/>
            </a:endParaRPr>
          </a:p>
          <a:p>
            <a:pPr indent="0" lvl="0" marL="0" rtl="0" algn="just">
              <a:spcBef>
                <a:spcPts val="0"/>
              </a:spcBef>
              <a:spcAft>
                <a:spcPts val="0"/>
              </a:spcAft>
              <a:buNone/>
            </a:pPr>
            <a:r>
              <a:rPr lang="en" sz="500">
                <a:solidFill>
                  <a:srgbClr val="EFEFEF"/>
                </a:solidFill>
                <a:latin typeface="Helvetica Neue"/>
                <a:ea typeface="Helvetica Neue"/>
                <a:cs typeface="Helvetica Neue"/>
                <a:sym typeface="Helvetica Neue"/>
              </a:rPr>
              <a:t>Copyright © 2025 Monks. All rights reserved. Monks and the Monks logo are trademarks or registered trademarks of Monks. in the U.S. and/or other countries. All other trademarks are the property of their respective owners.</a:t>
            </a:r>
            <a:endParaRPr sz="500">
              <a:solidFill>
                <a:srgbClr val="EFEFEF"/>
              </a:solidFill>
              <a:latin typeface="Helvetica Neue"/>
              <a:ea typeface="Helvetica Neue"/>
              <a:cs typeface="Helvetica Neue"/>
              <a:sym typeface="Helvetica Neue"/>
            </a:endParaRPr>
          </a:p>
        </p:txBody>
      </p:sp>
    </p:spTree>
  </p:cSld>
  <p:clrMapOvr>
    <a:masterClrMapping/>
  </p:clrMapOvr>
</p:sld>
</file>

<file path=ppt/theme/theme1.xml><?xml version="1.0" encoding="utf-8"?>
<a:theme xmlns:a="http://schemas.openxmlformats.org/drawingml/2006/main" xmlns:r="http://schemas.openxmlformats.org/officeDocument/2006/relationships" name="WhatsApp">
  <a:themeElements>
    <a:clrScheme name="Simple Light">
      <a:dk1>
        <a:srgbClr val="111B21"/>
      </a:dk1>
      <a:lt1>
        <a:srgbClr val="FFFFFF"/>
      </a:lt1>
      <a:dk2>
        <a:srgbClr val="FCF5EB"/>
      </a:dk2>
      <a:lt2>
        <a:srgbClr val="103928"/>
      </a:lt2>
      <a:accent1>
        <a:srgbClr val="2E473F"/>
      </a:accent1>
      <a:accent2>
        <a:srgbClr val="25D366"/>
      </a:accent2>
      <a:accent3>
        <a:srgbClr val="E6FFDA"/>
      </a:accent3>
      <a:accent4>
        <a:srgbClr val="AFE966"/>
      </a:accent4>
      <a:accent5>
        <a:srgbClr val="06CE9C"/>
      </a:accent5>
      <a:accent6>
        <a:srgbClr val="02A698"/>
      </a:accent6>
      <a:hlink>
        <a:srgbClr val="25D36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WhatsApp">
  <a:themeElements>
    <a:clrScheme name="Simple Light">
      <a:dk1>
        <a:srgbClr val="111B21"/>
      </a:dk1>
      <a:lt1>
        <a:srgbClr val="FFFFFF"/>
      </a:lt1>
      <a:dk2>
        <a:srgbClr val="FCF5EB"/>
      </a:dk2>
      <a:lt2>
        <a:srgbClr val="103928"/>
      </a:lt2>
      <a:accent1>
        <a:srgbClr val="2E473F"/>
      </a:accent1>
      <a:accent2>
        <a:srgbClr val="25D366"/>
      </a:accent2>
      <a:accent3>
        <a:srgbClr val="E6FFDA"/>
      </a:accent3>
      <a:accent4>
        <a:srgbClr val="AFE966"/>
      </a:accent4>
      <a:accent5>
        <a:srgbClr val="06CE9C"/>
      </a:accent5>
      <a:accent6>
        <a:srgbClr val="02A698"/>
      </a:accent6>
      <a:hlink>
        <a:srgbClr val="25D36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